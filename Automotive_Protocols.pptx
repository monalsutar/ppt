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76" r:id="rId4"/>
    <p:sldId id="277" r:id="rId5"/>
    <p:sldId id="278" r:id="rId6"/>
    <p:sldId id="284" r:id="rId7"/>
    <p:sldId id="280" r:id="rId8"/>
    <p:sldId id="265" r:id="rId9"/>
    <p:sldId id="286" r:id="rId10"/>
    <p:sldId id="266" r:id="rId11"/>
    <p:sldId id="267" r:id="rId12"/>
    <p:sldId id="268" r:id="rId13"/>
    <p:sldId id="269" r:id="rId14"/>
    <p:sldId id="285" r:id="rId15"/>
    <p:sldId id="288" r:id="rId16"/>
    <p:sldId id="287" r:id="rId17"/>
    <p:sldId id="271" r:id="rId18"/>
    <p:sldId id="289" r:id="rId19"/>
    <p:sldId id="290" r:id="rId20"/>
    <p:sldId id="291" r:id="rId21"/>
    <p:sldId id="270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362B8-B552-465B-AB89-366CD7DA00F1}" v="24" dt="2026-05-25T09:39:53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tar, Monal Gajanan (Cognizant)" userId="cbef091d-1278-48f6-97ae-0b476c410a24" providerId="ADAL" clId="{69AB6919-4147-41D2-8237-888729AF7CC5}"/>
    <pc:docChg chg="undo custSel addSld modSld sldOrd">
      <pc:chgData name="Sutar, Monal Gajanan (Cognizant)" userId="cbef091d-1278-48f6-97ae-0b476c410a24" providerId="ADAL" clId="{69AB6919-4147-41D2-8237-888729AF7CC5}" dt="2026-05-25T10:00:23.194" v="159"/>
      <pc:docMkLst>
        <pc:docMk/>
      </pc:docMkLst>
      <pc:sldChg chg="addSp modSp mod setBg">
        <pc:chgData name="Sutar, Monal Gajanan (Cognizant)" userId="cbef091d-1278-48f6-97ae-0b476c410a24" providerId="ADAL" clId="{69AB6919-4147-41D2-8237-888729AF7CC5}" dt="2026-05-25T09:11:10.220" v="12" actId="26606"/>
        <pc:sldMkLst>
          <pc:docMk/>
          <pc:sldMk cId="0" sldId="268"/>
        </pc:sldMkLst>
        <pc:spChg chg="mod">
          <ac:chgData name="Sutar, Monal Gajanan (Cognizant)" userId="cbef091d-1278-48f6-97ae-0b476c410a24" providerId="ADAL" clId="{69AB6919-4147-41D2-8237-888729AF7CC5}" dt="2026-05-25T09:11:10.220" v="12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utar, Monal Gajanan (Cognizant)" userId="cbef091d-1278-48f6-97ae-0b476c410a24" providerId="ADAL" clId="{69AB6919-4147-41D2-8237-888729AF7CC5}" dt="2026-05-25T09:11:10.220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Sutar, Monal Gajanan (Cognizant)" userId="cbef091d-1278-48f6-97ae-0b476c410a24" providerId="ADAL" clId="{69AB6919-4147-41D2-8237-888729AF7CC5}" dt="2026-05-25T09:11:10.220" v="12" actId="26606"/>
          <ac:spMkLst>
            <pc:docMk/>
            <pc:sldMk cId="0" sldId="268"/>
            <ac:spMk id="8" creationId="{DAF1966E-FD40-4A4A-B61B-C4DF7FA05F06}"/>
          </ac:spMkLst>
        </pc:spChg>
        <pc:spChg chg="add">
          <ac:chgData name="Sutar, Monal Gajanan (Cognizant)" userId="cbef091d-1278-48f6-97ae-0b476c410a24" providerId="ADAL" clId="{69AB6919-4147-41D2-8237-888729AF7CC5}" dt="2026-05-25T09:11:10.220" v="12" actId="26606"/>
          <ac:spMkLst>
            <pc:docMk/>
            <pc:sldMk cId="0" sldId="268"/>
            <ac:spMk id="10" creationId="{047BFA19-D45E-416B-A404-7AF2F3F27017}"/>
          </ac:spMkLst>
        </pc:spChg>
        <pc:spChg chg="add">
          <ac:chgData name="Sutar, Monal Gajanan (Cognizant)" userId="cbef091d-1278-48f6-97ae-0b476c410a24" providerId="ADAL" clId="{69AB6919-4147-41D2-8237-888729AF7CC5}" dt="2026-05-25T09:11:10.220" v="12" actId="26606"/>
          <ac:spMkLst>
            <pc:docMk/>
            <pc:sldMk cId="0" sldId="268"/>
            <ac:spMk id="12" creationId="{8E0105E7-23DB-4CF2-8258-FF47C7620F6E}"/>
          </ac:spMkLst>
        </pc:spChg>
        <pc:spChg chg="add">
          <ac:chgData name="Sutar, Monal Gajanan (Cognizant)" userId="cbef091d-1278-48f6-97ae-0b476c410a24" providerId="ADAL" clId="{69AB6919-4147-41D2-8237-888729AF7CC5}" dt="2026-05-25T09:11:10.220" v="12" actId="26606"/>
          <ac:spMkLst>
            <pc:docMk/>
            <pc:sldMk cId="0" sldId="268"/>
            <ac:spMk id="14" creationId="{074B4F7D-14B2-478B-8BF5-01E4E0C5D263}"/>
          </ac:spMkLst>
        </pc:spChg>
      </pc:sldChg>
      <pc:sldChg chg="addSp modSp mod ord setBg">
        <pc:chgData name="Sutar, Monal Gajanan (Cognizant)" userId="cbef091d-1278-48f6-97ae-0b476c410a24" providerId="ADAL" clId="{69AB6919-4147-41D2-8237-888729AF7CC5}" dt="2026-05-25T09:43:36.044" v="157"/>
        <pc:sldMkLst>
          <pc:docMk/>
          <pc:sldMk cId="0" sldId="270"/>
        </pc:sldMkLst>
        <pc:spChg chg="mod">
          <ac:chgData name="Sutar, Monal Gajanan (Cognizant)" userId="cbef091d-1278-48f6-97ae-0b476c410a24" providerId="ADAL" clId="{69AB6919-4147-41D2-8237-888729AF7CC5}" dt="2026-05-25T09:10:05.997" v="3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utar, Monal Gajanan (Cognizant)" userId="cbef091d-1278-48f6-97ae-0b476c410a24" providerId="ADAL" clId="{69AB6919-4147-41D2-8237-888729AF7CC5}" dt="2026-05-25T09:10:05.997" v="3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Sutar, Monal Gajanan (Cognizant)" userId="cbef091d-1278-48f6-97ae-0b476c410a24" providerId="ADAL" clId="{69AB6919-4147-41D2-8237-888729AF7CC5}" dt="2026-05-25T09:10:05.997" v="3" actId="26606"/>
          <ac:spMkLst>
            <pc:docMk/>
            <pc:sldMk cId="0" sldId="270"/>
            <ac:spMk id="8" creationId="{DAF1966E-FD40-4A4A-B61B-C4DF7FA05F06}"/>
          </ac:spMkLst>
        </pc:spChg>
        <pc:spChg chg="add">
          <ac:chgData name="Sutar, Monal Gajanan (Cognizant)" userId="cbef091d-1278-48f6-97ae-0b476c410a24" providerId="ADAL" clId="{69AB6919-4147-41D2-8237-888729AF7CC5}" dt="2026-05-25T09:10:05.997" v="3" actId="26606"/>
          <ac:spMkLst>
            <pc:docMk/>
            <pc:sldMk cId="0" sldId="270"/>
            <ac:spMk id="10" creationId="{047BFA19-D45E-416B-A404-7AF2F3F27017}"/>
          </ac:spMkLst>
        </pc:spChg>
        <pc:spChg chg="add">
          <ac:chgData name="Sutar, Monal Gajanan (Cognizant)" userId="cbef091d-1278-48f6-97ae-0b476c410a24" providerId="ADAL" clId="{69AB6919-4147-41D2-8237-888729AF7CC5}" dt="2026-05-25T09:10:05.997" v="3" actId="26606"/>
          <ac:spMkLst>
            <pc:docMk/>
            <pc:sldMk cId="0" sldId="270"/>
            <ac:spMk id="12" creationId="{8E0105E7-23DB-4CF2-8258-FF47C7620F6E}"/>
          </ac:spMkLst>
        </pc:spChg>
        <pc:spChg chg="add">
          <ac:chgData name="Sutar, Monal Gajanan (Cognizant)" userId="cbef091d-1278-48f6-97ae-0b476c410a24" providerId="ADAL" clId="{69AB6919-4147-41D2-8237-888729AF7CC5}" dt="2026-05-25T09:10:05.997" v="3" actId="26606"/>
          <ac:spMkLst>
            <pc:docMk/>
            <pc:sldMk cId="0" sldId="270"/>
            <ac:spMk id="14" creationId="{074B4F7D-14B2-478B-8BF5-01E4E0C5D263}"/>
          </ac:spMkLst>
        </pc:spChg>
      </pc:sldChg>
      <pc:sldChg chg="addSp delSp modSp mod setBg">
        <pc:chgData name="Sutar, Monal Gajanan (Cognizant)" userId="cbef091d-1278-48f6-97ae-0b476c410a24" providerId="ADAL" clId="{69AB6919-4147-41D2-8237-888729AF7CC5}" dt="2026-05-25T09:09:48.083" v="2" actId="26606"/>
        <pc:sldMkLst>
          <pc:docMk/>
          <pc:sldMk cId="0" sldId="271"/>
        </pc:sldMkLst>
        <pc:spChg chg="mod">
          <ac:chgData name="Sutar, Monal Gajanan (Cognizant)" userId="cbef091d-1278-48f6-97ae-0b476c410a24" providerId="ADAL" clId="{69AB6919-4147-41D2-8237-888729AF7CC5}" dt="2026-05-25T09:09:48.083" v="2" actId="26606"/>
          <ac:spMkLst>
            <pc:docMk/>
            <pc:sldMk cId="0" sldId="271"/>
            <ac:spMk id="2" creationId="{00000000-0000-0000-0000-000000000000}"/>
          </ac:spMkLst>
        </pc:spChg>
        <pc:spChg chg="add del">
          <ac:chgData name="Sutar, Monal Gajanan (Cognizant)" userId="cbef091d-1278-48f6-97ae-0b476c410a24" providerId="ADAL" clId="{69AB6919-4147-41D2-8237-888729AF7CC5}" dt="2026-05-25T09:09:48.083" v="2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Sutar, Monal Gajanan (Cognizant)" userId="cbef091d-1278-48f6-97ae-0b476c410a24" providerId="ADAL" clId="{69AB6919-4147-41D2-8237-888729AF7CC5}" dt="2026-05-25T09:09:48.083" v="2" actId="26606"/>
          <ac:spMkLst>
            <pc:docMk/>
            <pc:sldMk cId="0" sldId="271"/>
            <ac:spMk id="6" creationId="{56E9B3E6-E277-4D68-BA48-9CB43FFBD6E2}"/>
          </ac:spMkLst>
        </pc:spChg>
        <pc:spChg chg="add del">
          <ac:chgData name="Sutar, Monal Gajanan (Cognizant)" userId="cbef091d-1278-48f6-97ae-0b476c410a24" providerId="ADAL" clId="{69AB6919-4147-41D2-8237-888729AF7CC5}" dt="2026-05-25T09:09:45.780" v="1" actId="26606"/>
          <ac:spMkLst>
            <pc:docMk/>
            <pc:sldMk cId="0" sldId="271"/>
            <ac:spMk id="9" creationId="{56E9B3E6-E277-4D68-BA48-9CB43FFBD6E2}"/>
          </ac:spMkLst>
        </pc:spChg>
        <pc:spChg chg="add del">
          <ac:chgData name="Sutar, Monal Gajanan (Cognizant)" userId="cbef091d-1278-48f6-97ae-0b476c410a24" providerId="ADAL" clId="{69AB6919-4147-41D2-8237-888729AF7CC5}" dt="2026-05-25T09:09:45.780" v="1" actId="26606"/>
          <ac:spMkLst>
            <pc:docMk/>
            <pc:sldMk cId="0" sldId="271"/>
            <ac:spMk id="16" creationId="{D5B0017B-2ECA-49AF-B397-DC140825DF8D}"/>
          </ac:spMkLst>
        </pc:spChg>
        <pc:spChg chg="add">
          <ac:chgData name="Sutar, Monal Gajanan (Cognizant)" userId="cbef091d-1278-48f6-97ae-0b476c410a24" providerId="ADAL" clId="{69AB6919-4147-41D2-8237-888729AF7CC5}" dt="2026-05-25T09:09:48.083" v="2" actId="26606"/>
          <ac:spMkLst>
            <pc:docMk/>
            <pc:sldMk cId="0" sldId="271"/>
            <ac:spMk id="17" creationId="{D5B0017B-2ECA-49AF-B397-DC140825DF8D}"/>
          </ac:spMkLst>
        </pc:spChg>
        <pc:grpChg chg="add">
          <ac:chgData name="Sutar, Monal Gajanan (Cognizant)" userId="cbef091d-1278-48f6-97ae-0b476c410a24" providerId="ADAL" clId="{69AB6919-4147-41D2-8237-888729AF7CC5}" dt="2026-05-25T09:09:48.083" v="2" actId="26606"/>
          <ac:grpSpMkLst>
            <pc:docMk/>
            <pc:sldMk cId="0" sldId="271"/>
            <ac:grpSpMk id="7" creationId="{AE1C45F0-260A-458C-96ED-C1F6D2151219}"/>
          </ac:grpSpMkLst>
        </pc:grpChg>
        <pc:grpChg chg="add del">
          <ac:chgData name="Sutar, Monal Gajanan (Cognizant)" userId="cbef091d-1278-48f6-97ae-0b476c410a24" providerId="ADAL" clId="{69AB6919-4147-41D2-8237-888729AF7CC5}" dt="2026-05-25T09:09:45.780" v="1" actId="26606"/>
          <ac:grpSpMkLst>
            <pc:docMk/>
            <pc:sldMk cId="0" sldId="271"/>
            <ac:grpSpMk id="11" creationId="{AE1C45F0-260A-458C-96ED-C1F6D2151219}"/>
          </ac:grpSpMkLst>
        </pc:grpChg>
        <pc:graphicFrameChg chg="add del">
          <ac:chgData name="Sutar, Monal Gajanan (Cognizant)" userId="cbef091d-1278-48f6-97ae-0b476c410a24" providerId="ADAL" clId="{69AB6919-4147-41D2-8237-888729AF7CC5}" dt="2026-05-25T09:09:45.780" v="1" actId="26606"/>
          <ac:graphicFrameMkLst>
            <pc:docMk/>
            <pc:sldMk cId="0" sldId="271"/>
            <ac:graphicFrameMk id="5" creationId="{66214017-518F-A868-C3A8-110886B63067}"/>
          </ac:graphicFrameMkLst>
        </pc:graphicFrameChg>
        <pc:graphicFrameChg chg="add">
          <ac:chgData name="Sutar, Monal Gajanan (Cognizant)" userId="cbef091d-1278-48f6-97ae-0b476c410a24" providerId="ADAL" clId="{69AB6919-4147-41D2-8237-888729AF7CC5}" dt="2026-05-25T09:09:48.083" v="2" actId="26606"/>
          <ac:graphicFrameMkLst>
            <pc:docMk/>
            <pc:sldMk cId="0" sldId="271"/>
            <ac:graphicFrameMk id="20" creationId="{66214017-518F-A868-C3A8-110886B63067}"/>
          </ac:graphicFrameMkLst>
        </pc:graphicFrameChg>
        <pc:cxnChg chg="add del">
          <ac:chgData name="Sutar, Monal Gajanan (Cognizant)" userId="cbef091d-1278-48f6-97ae-0b476c410a24" providerId="ADAL" clId="{69AB6919-4147-41D2-8237-888729AF7CC5}" dt="2026-05-25T09:09:45.780" v="1" actId="26606"/>
          <ac:cxnSpMkLst>
            <pc:docMk/>
            <pc:sldMk cId="0" sldId="271"/>
            <ac:cxnSpMk id="18" creationId="{6CF1BAF6-AD41-4082-B212-8A1F9A2E8779}"/>
          </ac:cxnSpMkLst>
        </pc:cxnChg>
        <pc:cxnChg chg="add">
          <ac:chgData name="Sutar, Monal Gajanan (Cognizant)" userId="cbef091d-1278-48f6-97ae-0b476c410a24" providerId="ADAL" clId="{69AB6919-4147-41D2-8237-888729AF7CC5}" dt="2026-05-25T09:09:48.083" v="2" actId="26606"/>
          <ac:cxnSpMkLst>
            <pc:docMk/>
            <pc:sldMk cId="0" sldId="271"/>
            <ac:cxnSpMk id="19" creationId="{6CF1BAF6-AD41-4082-B212-8A1F9A2E8779}"/>
          </ac:cxnSpMkLst>
        </pc:cxnChg>
      </pc:sldChg>
      <pc:sldChg chg="modSp mod">
        <pc:chgData name="Sutar, Monal Gajanan (Cognizant)" userId="cbef091d-1278-48f6-97ae-0b476c410a24" providerId="ADAL" clId="{69AB6919-4147-41D2-8237-888729AF7CC5}" dt="2026-05-25T09:10:25.493" v="5" actId="1076"/>
        <pc:sldMkLst>
          <pc:docMk/>
          <pc:sldMk cId="2992328793" sldId="287"/>
        </pc:sldMkLst>
        <pc:picChg chg="mod">
          <ac:chgData name="Sutar, Monal Gajanan (Cognizant)" userId="cbef091d-1278-48f6-97ae-0b476c410a24" providerId="ADAL" clId="{69AB6919-4147-41D2-8237-888729AF7CC5}" dt="2026-05-25T09:10:25.493" v="5" actId="1076"/>
          <ac:picMkLst>
            <pc:docMk/>
            <pc:sldMk cId="2992328793" sldId="287"/>
            <ac:picMk id="7" creationId="{1ECFBDAD-9F94-E7B2-0DF2-78CE252E238C}"/>
          </ac:picMkLst>
        </pc:picChg>
      </pc:sldChg>
      <pc:sldChg chg="modSp mod">
        <pc:chgData name="Sutar, Monal Gajanan (Cognizant)" userId="cbef091d-1278-48f6-97ae-0b476c410a24" providerId="ADAL" clId="{69AB6919-4147-41D2-8237-888729AF7CC5}" dt="2026-05-25T09:10:53.568" v="11" actId="1076"/>
        <pc:sldMkLst>
          <pc:docMk/>
          <pc:sldMk cId="167173939" sldId="288"/>
        </pc:sldMkLst>
        <pc:picChg chg="mod modCrop">
          <ac:chgData name="Sutar, Monal Gajanan (Cognizant)" userId="cbef091d-1278-48f6-97ae-0b476c410a24" providerId="ADAL" clId="{69AB6919-4147-41D2-8237-888729AF7CC5}" dt="2026-05-25T09:10:53.568" v="11" actId="1076"/>
          <ac:picMkLst>
            <pc:docMk/>
            <pc:sldMk cId="167173939" sldId="288"/>
            <ac:picMk id="7" creationId="{07BB44BC-C4E8-72BD-D04A-0C73D925465E}"/>
          </ac:picMkLst>
        </pc:picChg>
      </pc:sldChg>
      <pc:sldChg chg="addSp delSp modSp new mod ord setBg">
        <pc:chgData name="Sutar, Monal Gajanan (Cognizant)" userId="cbef091d-1278-48f6-97ae-0b476c410a24" providerId="ADAL" clId="{69AB6919-4147-41D2-8237-888729AF7CC5}" dt="2026-05-25T10:00:23.194" v="159"/>
        <pc:sldMkLst>
          <pc:docMk/>
          <pc:sldMk cId="2066007216" sldId="289"/>
        </pc:sldMkLst>
        <pc:spChg chg="mod">
          <ac:chgData name="Sutar, Monal Gajanan (Cognizant)" userId="cbef091d-1278-48f6-97ae-0b476c410a24" providerId="ADAL" clId="{69AB6919-4147-41D2-8237-888729AF7CC5}" dt="2026-05-25T09:20:57.614" v="32" actId="26606"/>
          <ac:spMkLst>
            <pc:docMk/>
            <pc:sldMk cId="2066007216" sldId="289"/>
            <ac:spMk id="2" creationId="{87C29F85-2225-FDE7-A9F7-3D9DC9C72F19}"/>
          </ac:spMkLst>
        </pc:spChg>
        <pc:spChg chg="add del">
          <ac:chgData name="Sutar, Monal Gajanan (Cognizant)" userId="cbef091d-1278-48f6-97ae-0b476c410a24" providerId="ADAL" clId="{69AB6919-4147-41D2-8237-888729AF7CC5}" dt="2026-05-25T09:19:23.031" v="16"/>
          <ac:spMkLst>
            <pc:docMk/>
            <pc:sldMk cId="2066007216" sldId="289"/>
            <ac:spMk id="3" creationId="{62327CF2-09EE-9EAD-4A28-5ADA20713109}"/>
          </ac:spMkLst>
        </pc:spChg>
        <pc:spChg chg="add del mod">
          <ac:chgData name="Sutar, Monal Gajanan (Cognizant)" userId="cbef091d-1278-48f6-97ae-0b476c410a24" providerId="ADAL" clId="{69AB6919-4147-41D2-8237-888729AF7CC5}" dt="2026-05-25T09:19:57.395" v="24"/>
          <ac:spMkLst>
            <pc:docMk/>
            <pc:sldMk cId="2066007216" sldId="289"/>
            <ac:spMk id="7" creationId="{78975115-2709-C40E-2829-9CD759C76349}"/>
          </ac:spMkLst>
        </pc:spChg>
        <pc:spChg chg="add del mod">
          <ac:chgData name="Sutar, Monal Gajanan (Cognizant)" userId="cbef091d-1278-48f6-97ae-0b476c410a24" providerId="ADAL" clId="{69AB6919-4147-41D2-8237-888729AF7CC5}" dt="2026-05-25T09:20:57.644" v="33" actId="26606"/>
          <ac:spMkLst>
            <pc:docMk/>
            <pc:sldMk cId="2066007216" sldId="289"/>
            <ac:spMk id="10" creationId="{698EB4D3-1BEE-0416-14B9-8645FC09B1A6}"/>
          </ac:spMkLst>
        </pc:spChg>
        <pc:spChg chg="add del">
          <ac:chgData name="Sutar, Monal Gajanan (Cognizant)" userId="cbef091d-1278-48f6-97ae-0b476c410a24" providerId="ADAL" clId="{69AB6919-4147-41D2-8237-888729AF7CC5}" dt="2026-05-25T09:20:57.614" v="32" actId="26606"/>
          <ac:spMkLst>
            <pc:docMk/>
            <pc:sldMk cId="2066007216" sldId="289"/>
            <ac:spMk id="16" creationId="{2E442304-DDBD-4F7B-8017-36BCC863FB40}"/>
          </ac:spMkLst>
        </pc:spChg>
        <pc:spChg chg="add del">
          <ac:chgData name="Sutar, Monal Gajanan (Cognizant)" userId="cbef091d-1278-48f6-97ae-0b476c410a24" providerId="ADAL" clId="{69AB6919-4147-41D2-8237-888729AF7CC5}" dt="2026-05-25T09:20:57.614" v="32" actId="26606"/>
          <ac:spMkLst>
            <pc:docMk/>
            <pc:sldMk cId="2066007216" sldId="289"/>
            <ac:spMk id="18" creationId="{5E107275-3853-46FD-A241-DE4355A42675}"/>
          </ac:spMkLst>
        </pc:spChg>
        <pc:graphicFrameChg chg="add mod">
          <ac:chgData name="Sutar, Monal Gajanan (Cognizant)" userId="cbef091d-1278-48f6-97ae-0b476c410a24" providerId="ADAL" clId="{69AB6919-4147-41D2-8237-888729AF7CC5}" dt="2026-05-25T09:19:20.556" v="15"/>
          <ac:graphicFrameMkLst>
            <pc:docMk/>
            <pc:sldMk cId="2066007216" sldId="289"/>
            <ac:graphicFrameMk id="4" creationId="{F8BFFFDD-9617-F10D-DE8E-393D3BC10C76}"/>
          </ac:graphicFrameMkLst>
        </pc:graphicFrameChg>
        <pc:graphicFrameChg chg="add del mod">
          <ac:chgData name="Sutar, Monal Gajanan (Cognizant)" userId="cbef091d-1278-48f6-97ae-0b476c410a24" providerId="ADAL" clId="{69AB6919-4147-41D2-8237-888729AF7CC5}" dt="2026-05-25T09:19:54.965" v="23" actId="478"/>
          <ac:graphicFrameMkLst>
            <pc:docMk/>
            <pc:sldMk cId="2066007216" sldId="289"/>
            <ac:graphicFrameMk id="5" creationId="{A4FE8AB8-4027-A2B3-99BF-05A5D21EA88C}"/>
          </ac:graphicFrameMkLst>
        </pc:graphicFrameChg>
        <pc:graphicFrameChg chg="add del mod modGraphic">
          <ac:chgData name="Sutar, Monal Gajanan (Cognizant)" userId="cbef091d-1278-48f6-97ae-0b476c410a24" providerId="ADAL" clId="{69AB6919-4147-41D2-8237-888729AF7CC5}" dt="2026-05-25T09:20:36.220" v="29" actId="478"/>
          <ac:graphicFrameMkLst>
            <pc:docMk/>
            <pc:sldMk cId="2066007216" sldId="289"/>
            <ac:graphicFrameMk id="8" creationId="{9EF9B03D-9CA0-6463-A431-EADD91046729}"/>
          </ac:graphicFrameMkLst>
        </pc:graphicFrameChg>
        <pc:graphicFrameChg chg="add del">
          <ac:chgData name="Sutar, Monal Gajanan (Cognizant)" userId="cbef091d-1278-48f6-97ae-0b476c410a24" providerId="ADAL" clId="{69AB6919-4147-41D2-8237-888729AF7CC5}" dt="2026-05-25T09:20:57.614" v="32" actId="26606"/>
          <ac:graphicFrameMkLst>
            <pc:docMk/>
            <pc:sldMk cId="2066007216" sldId="289"/>
            <ac:graphicFrameMk id="12" creationId="{4BB63833-E1D7-975E-6283-0ECBC987C7CA}"/>
          </ac:graphicFrameMkLst>
        </pc:graphicFrameChg>
        <pc:graphicFrameChg chg="add modGraphic">
          <ac:chgData name="Sutar, Monal Gajanan (Cognizant)" userId="cbef091d-1278-48f6-97ae-0b476c410a24" providerId="ADAL" clId="{69AB6919-4147-41D2-8237-888729AF7CC5}" dt="2026-05-25T09:21:13.303" v="35" actId="404"/>
          <ac:graphicFrameMkLst>
            <pc:docMk/>
            <pc:sldMk cId="2066007216" sldId="289"/>
            <ac:graphicFrameMk id="20" creationId="{A8468B35-1450-A09D-9B37-C93C4F4AE11E}"/>
          </ac:graphicFrameMkLst>
        </pc:graphicFrameChg>
      </pc:sldChg>
      <pc:sldChg chg="addSp delSp modSp new mod">
        <pc:chgData name="Sutar, Monal Gajanan (Cognizant)" userId="cbef091d-1278-48f6-97ae-0b476c410a24" providerId="ADAL" clId="{69AB6919-4147-41D2-8237-888729AF7CC5}" dt="2026-05-25T09:42:52.944" v="155" actId="20577"/>
        <pc:sldMkLst>
          <pc:docMk/>
          <pc:sldMk cId="3113910409" sldId="290"/>
        </pc:sldMkLst>
        <pc:spChg chg="mod">
          <ac:chgData name="Sutar, Monal Gajanan (Cognizant)" userId="cbef091d-1278-48f6-97ae-0b476c410a24" providerId="ADAL" clId="{69AB6919-4147-41D2-8237-888729AF7CC5}" dt="2026-05-25T09:29:28.068" v="55" actId="20577"/>
          <ac:spMkLst>
            <pc:docMk/>
            <pc:sldMk cId="3113910409" sldId="290"/>
            <ac:spMk id="2" creationId="{FBEC718A-A960-73A4-BBF2-8C1F40C572DB}"/>
          </ac:spMkLst>
        </pc:spChg>
        <pc:spChg chg="del">
          <ac:chgData name="Sutar, Monal Gajanan (Cognizant)" userId="cbef091d-1278-48f6-97ae-0b476c410a24" providerId="ADAL" clId="{69AB6919-4147-41D2-8237-888729AF7CC5}" dt="2026-05-25T09:28:30.209" v="37"/>
          <ac:spMkLst>
            <pc:docMk/>
            <pc:sldMk cId="3113910409" sldId="290"/>
            <ac:spMk id="3" creationId="{D21AF011-6ECA-A68C-8F89-3FA78582EDE0}"/>
          </ac:spMkLst>
        </pc:spChg>
        <pc:spChg chg="add mod">
          <ac:chgData name="Sutar, Monal Gajanan (Cognizant)" userId="cbef091d-1278-48f6-97ae-0b476c410a24" providerId="ADAL" clId="{69AB6919-4147-41D2-8237-888729AF7CC5}" dt="2026-05-25T09:42:52.944" v="155" actId="20577"/>
          <ac:spMkLst>
            <pc:docMk/>
            <pc:sldMk cId="3113910409" sldId="290"/>
            <ac:spMk id="6" creationId="{043F25F9-9DE4-4622-B036-547F460C43A0}"/>
          </ac:spMkLst>
        </pc:spChg>
        <pc:graphicFrameChg chg="add del mod">
          <ac:chgData name="Sutar, Monal Gajanan (Cognizant)" userId="cbef091d-1278-48f6-97ae-0b476c410a24" providerId="ADAL" clId="{69AB6919-4147-41D2-8237-888729AF7CC5}" dt="2026-05-25T09:28:36.992" v="39" actId="478"/>
          <ac:graphicFrameMkLst>
            <pc:docMk/>
            <pc:sldMk cId="3113910409" sldId="290"/>
            <ac:graphicFrameMk id="4" creationId="{BB83A904-6052-9156-1226-B8558D68F555}"/>
          </ac:graphicFrameMkLst>
        </pc:graphicFrameChg>
        <pc:graphicFrameChg chg="add mod">
          <ac:chgData name="Sutar, Monal Gajanan (Cognizant)" userId="cbef091d-1278-48f6-97ae-0b476c410a24" providerId="ADAL" clId="{69AB6919-4147-41D2-8237-888729AF7CC5}" dt="2026-05-25T09:29:10.926" v="47"/>
          <ac:graphicFrameMkLst>
            <pc:docMk/>
            <pc:sldMk cId="3113910409" sldId="290"/>
            <ac:graphicFrameMk id="7" creationId="{C4E7ADF1-DED9-44E3-7167-C3A837810EEF}"/>
          </ac:graphicFrameMkLst>
        </pc:graphicFrameChg>
        <pc:graphicFrameChg chg="add mod">
          <ac:chgData name="Sutar, Monal Gajanan (Cognizant)" userId="cbef091d-1278-48f6-97ae-0b476c410a24" providerId="ADAL" clId="{69AB6919-4147-41D2-8237-888729AF7CC5}" dt="2026-05-25T09:29:14.361" v="48"/>
          <ac:graphicFrameMkLst>
            <pc:docMk/>
            <pc:sldMk cId="3113910409" sldId="290"/>
            <ac:graphicFrameMk id="8" creationId="{EED435B6-8293-1BA0-8490-1812C817DB91}"/>
          </ac:graphicFrameMkLst>
        </pc:graphicFrameChg>
        <pc:graphicFrameChg chg="add mod">
          <ac:chgData name="Sutar, Monal Gajanan (Cognizant)" userId="cbef091d-1278-48f6-97ae-0b476c410a24" providerId="ADAL" clId="{69AB6919-4147-41D2-8237-888729AF7CC5}" dt="2026-05-25T09:29:18.801" v="51"/>
          <ac:graphicFrameMkLst>
            <pc:docMk/>
            <pc:sldMk cId="3113910409" sldId="290"/>
            <ac:graphicFrameMk id="9" creationId="{53F04AFE-02E6-890C-860C-E52EA97DF62C}"/>
          </ac:graphicFrameMkLst>
        </pc:graphicFrameChg>
        <pc:graphicFrameChg chg="add del mod">
          <ac:chgData name="Sutar, Monal Gajanan (Cognizant)" userId="cbef091d-1278-48f6-97ae-0b476c410a24" providerId="ADAL" clId="{69AB6919-4147-41D2-8237-888729AF7CC5}" dt="2026-05-25T09:29:31.893" v="56" actId="478"/>
          <ac:graphicFrameMkLst>
            <pc:docMk/>
            <pc:sldMk cId="3113910409" sldId="290"/>
            <ac:graphicFrameMk id="10" creationId="{CFDB1C9B-DC6D-E3C7-903F-FF846D3744A1}"/>
          </ac:graphicFrameMkLst>
        </pc:graphicFrameChg>
      </pc:sldChg>
      <pc:sldChg chg="addSp delSp modSp new mod modClrScheme chgLayout">
        <pc:chgData name="Sutar, Monal Gajanan (Cognizant)" userId="cbef091d-1278-48f6-97ae-0b476c410a24" providerId="ADAL" clId="{69AB6919-4147-41D2-8237-888729AF7CC5}" dt="2026-05-25T09:42:31.967" v="154" actId="5793"/>
        <pc:sldMkLst>
          <pc:docMk/>
          <pc:sldMk cId="379410628" sldId="291"/>
        </pc:sldMkLst>
        <pc:spChg chg="add del mod">
          <ac:chgData name="Sutar, Monal Gajanan (Cognizant)" userId="cbef091d-1278-48f6-97ae-0b476c410a24" providerId="ADAL" clId="{69AB6919-4147-41D2-8237-888729AF7CC5}" dt="2026-05-25T09:31:57.007" v="102" actId="478"/>
          <ac:spMkLst>
            <pc:docMk/>
            <pc:sldMk cId="379410628" sldId="291"/>
            <ac:spMk id="4" creationId="{03656A7F-F2D9-58FA-CB3E-24574D3E335A}"/>
          </ac:spMkLst>
        </pc:spChg>
        <pc:spChg chg="add mod ord">
          <ac:chgData name="Sutar, Monal Gajanan (Cognizant)" userId="cbef091d-1278-48f6-97ae-0b476c410a24" providerId="ADAL" clId="{69AB6919-4147-41D2-8237-888729AF7CC5}" dt="2026-05-25T09:38:37.167" v="135" actId="20577"/>
          <ac:spMkLst>
            <pc:docMk/>
            <pc:sldMk cId="379410628" sldId="291"/>
            <ac:spMk id="7" creationId="{8B8837ED-3832-9C53-44FA-9CCD3624038E}"/>
          </ac:spMkLst>
        </pc:spChg>
        <pc:spChg chg="add del mod ord">
          <ac:chgData name="Sutar, Monal Gajanan (Cognizant)" userId="cbef091d-1278-48f6-97ae-0b476c410a24" providerId="ADAL" clId="{69AB6919-4147-41D2-8237-888729AF7CC5}" dt="2026-05-25T09:38:08.140" v="107" actId="478"/>
          <ac:spMkLst>
            <pc:docMk/>
            <pc:sldMk cId="379410628" sldId="291"/>
            <ac:spMk id="8" creationId="{33545630-54C6-F8D0-D41D-2B16771E8E38}"/>
          </ac:spMkLst>
        </pc:spChg>
        <pc:spChg chg="add mod">
          <ac:chgData name="Sutar, Monal Gajanan (Cognizant)" userId="cbef091d-1278-48f6-97ae-0b476c410a24" providerId="ADAL" clId="{69AB6919-4147-41D2-8237-888729AF7CC5}" dt="2026-05-25T09:42:31.967" v="154" actId="5793"/>
          <ac:spMkLst>
            <pc:docMk/>
            <pc:sldMk cId="379410628" sldId="291"/>
            <ac:spMk id="11" creationId="{551FCAF5-46D5-D21C-ABBA-72976EF8DEB1}"/>
          </ac:spMkLst>
        </pc:spChg>
        <pc:graphicFrameChg chg="add del mod modGraphic">
          <ac:chgData name="Sutar, Monal Gajanan (Cognizant)" userId="cbef091d-1278-48f6-97ae-0b476c410a24" providerId="ADAL" clId="{69AB6919-4147-41D2-8237-888729AF7CC5}" dt="2026-05-25T09:30:04.109" v="61" actId="478"/>
          <ac:graphicFrameMkLst>
            <pc:docMk/>
            <pc:sldMk cId="379410628" sldId="291"/>
            <ac:graphicFrameMk id="2" creationId="{50F00354-AE3F-7A6F-5800-F8D44E2DAC0E}"/>
          </ac:graphicFrameMkLst>
        </pc:graphicFrameChg>
        <pc:graphicFrameChg chg="add del mod">
          <ac:chgData name="Sutar, Monal Gajanan (Cognizant)" userId="cbef091d-1278-48f6-97ae-0b476c410a24" providerId="ADAL" clId="{69AB6919-4147-41D2-8237-888729AF7CC5}" dt="2026-05-25T09:39:56.013" v="138" actId="478"/>
          <ac:graphicFrameMkLst>
            <pc:docMk/>
            <pc:sldMk cId="379410628" sldId="291"/>
            <ac:graphicFrameMk id="9" creationId="{66CA5ECC-C879-C1FB-E821-E515D4E0D9F9}"/>
          </ac:graphicFrameMkLst>
        </pc:graphicFrameChg>
        <pc:picChg chg="add mod">
          <ac:chgData name="Sutar, Monal Gajanan (Cognizant)" userId="cbef091d-1278-48f6-97ae-0b476c410a24" providerId="ADAL" clId="{69AB6919-4147-41D2-8237-888729AF7CC5}" dt="2026-05-25T09:40:10.021" v="143" actId="1076"/>
          <ac:picMkLst>
            <pc:docMk/>
            <pc:sldMk cId="379410628" sldId="291"/>
            <ac:picMk id="6" creationId="{1EC5F9CE-E452-4863-FF49-DE1369B030E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B5C981-F594-4ECB-BCD1-50C5F1E8550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F3A1EF9-143A-49EF-BB7F-6613350EA81A}">
      <dgm:prSet/>
      <dgm:spPr/>
      <dgm:t>
        <a:bodyPr/>
        <a:lstStyle/>
        <a:p>
          <a:pPr>
            <a:defRPr cap="all"/>
          </a:pPr>
          <a:r>
            <a:rPr lang="en-US"/>
            <a:t>Very high speed network</a:t>
          </a:r>
        </a:p>
      </dgm:t>
    </dgm:pt>
    <dgm:pt modelId="{376BA0BF-BE00-40D2-A658-8C83912C351F}" type="parTrans" cxnId="{DA80029F-F99B-4484-92DF-5AF1E5FCB816}">
      <dgm:prSet/>
      <dgm:spPr/>
      <dgm:t>
        <a:bodyPr/>
        <a:lstStyle/>
        <a:p>
          <a:endParaRPr lang="en-US"/>
        </a:p>
      </dgm:t>
    </dgm:pt>
    <dgm:pt modelId="{E897F6DD-FDF5-40E6-B682-30EED2D81B2E}" type="sibTrans" cxnId="{DA80029F-F99B-4484-92DF-5AF1E5FCB816}">
      <dgm:prSet/>
      <dgm:spPr/>
      <dgm:t>
        <a:bodyPr/>
        <a:lstStyle/>
        <a:p>
          <a:endParaRPr lang="en-US"/>
        </a:p>
      </dgm:t>
    </dgm:pt>
    <dgm:pt modelId="{66E39472-9B5B-4717-A25E-09FA2ED1E14A}">
      <dgm:prSet/>
      <dgm:spPr/>
      <dgm:t>
        <a:bodyPr/>
        <a:lstStyle/>
        <a:p>
          <a:pPr>
            <a:defRPr cap="all"/>
          </a:pPr>
          <a:r>
            <a:rPr lang="en-US"/>
            <a:t>Used in ADAS systems</a:t>
          </a:r>
        </a:p>
      </dgm:t>
    </dgm:pt>
    <dgm:pt modelId="{10B4DE28-53C5-43CC-851B-0BB0B6890EB0}" type="parTrans" cxnId="{EBAF8FF1-E51A-44EA-A200-4E01F03D29D1}">
      <dgm:prSet/>
      <dgm:spPr/>
      <dgm:t>
        <a:bodyPr/>
        <a:lstStyle/>
        <a:p>
          <a:endParaRPr lang="en-US"/>
        </a:p>
      </dgm:t>
    </dgm:pt>
    <dgm:pt modelId="{F1EB5378-D287-4790-A9A2-8323BEE88591}" type="sibTrans" cxnId="{EBAF8FF1-E51A-44EA-A200-4E01F03D29D1}">
      <dgm:prSet/>
      <dgm:spPr/>
      <dgm:t>
        <a:bodyPr/>
        <a:lstStyle/>
        <a:p>
          <a:endParaRPr lang="en-US"/>
        </a:p>
      </dgm:t>
    </dgm:pt>
    <dgm:pt modelId="{0867066C-C4AF-46A3-A308-E2C4D3394D41}">
      <dgm:prSet/>
      <dgm:spPr/>
      <dgm:t>
        <a:bodyPr/>
        <a:lstStyle/>
        <a:p>
          <a:pPr>
            <a:defRPr cap="all"/>
          </a:pPr>
          <a:r>
            <a:rPr lang="en-US"/>
            <a:t>Supports cameras &amp; sensors</a:t>
          </a:r>
        </a:p>
      </dgm:t>
    </dgm:pt>
    <dgm:pt modelId="{7BEE0313-5B93-4907-84EE-F3D86B6D74C7}" type="parTrans" cxnId="{07CF9592-03A2-479C-8D41-155867D7F4DD}">
      <dgm:prSet/>
      <dgm:spPr/>
      <dgm:t>
        <a:bodyPr/>
        <a:lstStyle/>
        <a:p>
          <a:endParaRPr lang="en-US"/>
        </a:p>
      </dgm:t>
    </dgm:pt>
    <dgm:pt modelId="{3E6B6D02-D7DF-4185-9931-9599722FF57E}" type="sibTrans" cxnId="{07CF9592-03A2-479C-8D41-155867D7F4DD}">
      <dgm:prSet/>
      <dgm:spPr/>
      <dgm:t>
        <a:bodyPr/>
        <a:lstStyle/>
        <a:p>
          <a:endParaRPr lang="en-US"/>
        </a:p>
      </dgm:t>
    </dgm:pt>
    <dgm:pt modelId="{AAA6E966-B631-4E43-BB0B-ECC4B0EA24B5}">
      <dgm:prSet/>
      <dgm:spPr/>
      <dgm:t>
        <a:bodyPr/>
        <a:lstStyle/>
        <a:p>
          <a:pPr>
            <a:defRPr cap="all"/>
          </a:pPr>
          <a:r>
            <a:rPr lang="en-US"/>
            <a:t>Acts as backbone network</a:t>
          </a:r>
        </a:p>
      </dgm:t>
    </dgm:pt>
    <dgm:pt modelId="{47C8DEDE-B9EA-4892-ABA2-EDDE08C3C2DA}" type="parTrans" cxnId="{57BCEF43-9E7B-4F03-A1C3-3327B47CFB78}">
      <dgm:prSet/>
      <dgm:spPr/>
      <dgm:t>
        <a:bodyPr/>
        <a:lstStyle/>
        <a:p>
          <a:endParaRPr lang="en-US"/>
        </a:p>
      </dgm:t>
    </dgm:pt>
    <dgm:pt modelId="{8ECF7A05-B721-4C7B-8BAA-F7480F23C17A}" type="sibTrans" cxnId="{57BCEF43-9E7B-4F03-A1C3-3327B47CFB78}">
      <dgm:prSet/>
      <dgm:spPr/>
      <dgm:t>
        <a:bodyPr/>
        <a:lstStyle/>
        <a:p>
          <a:endParaRPr lang="en-US"/>
        </a:p>
      </dgm:t>
    </dgm:pt>
    <dgm:pt modelId="{4249FA54-7DB2-47D2-829D-8B53A18DB5F7}" type="pres">
      <dgm:prSet presAssocID="{A9B5C981-F594-4ECB-BCD1-50C5F1E85509}" presName="root" presStyleCnt="0">
        <dgm:presLayoutVars>
          <dgm:dir/>
          <dgm:resizeHandles val="exact"/>
        </dgm:presLayoutVars>
      </dgm:prSet>
      <dgm:spPr/>
    </dgm:pt>
    <dgm:pt modelId="{8A0B9E93-3E20-4557-8B92-6732E08A4216}" type="pres">
      <dgm:prSet presAssocID="{4F3A1EF9-143A-49EF-BB7F-6613350EA81A}" presName="compNode" presStyleCnt="0"/>
      <dgm:spPr/>
    </dgm:pt>
    <dgm:pt modelId="{5911B17C-A390-4FDB-A53A-9C819442A8C6}" type="pres">
      <dgm:prSet presAssocID="{4F3A1EF9-143A-49EF-BB7F-6613350EA81A}" presName="iconBgRect" presStyleLbl="bgShp" presStyleIdx="0" presStyleCnt="4"/>
      <dgm:spPr/>
    </dgm:pt>
    <dgm:pt modelId="{6673AAE8-308F-4A8D-B16C-A373B3C255B0}" type="pres">
      <dgm:prSet presAssocID="{4F3A1EF9-143A-49EF-BB7F-6613350EA81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5F868AF-7332-475A-999A-44D152C279B8}" type="pres">
      <dgm:prSet presAssocID="{4F3A1EF9-143A-49EF-BB7F-6613350EA81A}" presName="spaceRect" presStyleCnt="0"/>
      <dgm:spPr/>
    </dgm:pt>
    <dgm:pt modelId="{A041D7B6-AD59-42F4-BA7E-B5ACA8B9AC90}" type="pres">
      <dgm:prSet presAssocID="{4F3A1EF9-143A-49EF-BB7F-6613350EA81A}" presName="textRect" presStyleLbl="revTx" presStyleIdx="0" presStyleCnt="4">
        <dgm:presLayoutVars>
          <dgm:chMax val="1"/>
          <dgm:chPref val="1"/>
        </dgm:presLayoutVars>
      </dgm:prSet>
      <dgm:spPr/>
    </dgm:pt>
    <dgm:pt modelId="{B0E6C853-3030-4E69-8E66-7B5AB9A2F17F}" type="pres">
      <dgm:prSet presAssocID="{E897F6DD-FDF5-40E6-B682-30EED2D81B2E}" presName="sibTrans" presStyleCnt="0"/>
      <dgm:spPr/>
    </dgm:pt>
    <dgm:pt modelId="{D659BBFD-36BF-4328-8891-F922A512D37D}" type="pres">
      <dgm:prSet presAssocID="{66E39472-9B5B-4717-A25E-09FA2ED1E14A}" presName="compNode" presStyleCnt="0"/>
      <dgm:spPr/>
    </dgm:pt>
    <dgm:pt modelId="{131E8150-748B-497F-AF9C-06037EDCFD34}" type="pres">
      <dgm:prSet presAssocID="{66E39472-9B5B-4717-A25E-09FA2ED1E14A}" presName="iconBgRect" presStyleLbl="bgShp" presStyleIdx="1" presStyleCnt="4"/>
      <dgm:spPr/>
    </dgm:pt>
    <dgm:pt modelId="{558A6D7E-A488-4017-80EB-E3279239CA3F}" type="pres">
      <dgm:prSet presAssocID="{66E39472-9B5B-4717-A25E-09FA2ED1E14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609B6EE-0AF2-4410-90F0-BA5DB6203583}" type="pres">
      <dgm:prSet presAssocID="{66E39472-9B5B-4717-A25E-09FA2ED1E14A}" presName="spaceRect" presStyleCnt="0"/>
      <dgm:spPr/>
    </dgm:pt>
    <dgm:pt modelId="{7130D470-961C-4DB6-BB9B-C6921AB13366}" type="pres">
      <dgm:prSet presAssocID="{66E39472-9B5B-4717-A25E-09FA2ED1E14A}" presName="textRect" presStyleLbl="revTx" presStyleIdx="1" presStyleCnt="4">
        <dgm:presLayoutVars>
          <dgm:chMax val="1"/>
          <dgm:chPref val="1"/>
        </dgm:presLayoutVars>
      </dgm:prSet>
      <dgm:spPr/>
    </dgm:pt>
    <dgm:pt modelId="{48714BE3-A05F-4F20-AC7C-159D8710B4E3}" type="pres">
      <dgm:prSet presAssocID="{F1EB5378-D287-4790-A9A2-8323BEE88591}" presName="sibTrans" presStyleCnt="0"/>
      <dgm:spPr/>
    </dgm:pt>
    <dgm:pt modelId="{E801F152-DFF4-4ADE-8DE9-8467F82CE971}" type="pres">
      <dgm:prSet presAssocID="{0867066C-C4AF-46A3-A308-E2C4D3394D41}" presName="compNode" presStyleCnt="0"/>
      <dgm:spPr/>
    </dgm:pt>
    <dgm:pt modelId="{546E0368-546E-474E-9A2D-339F5DE8EAB9}" type="pres">
      <dgm:prSet presAssocID="{0867066C-C4AF-46A3-A308-E2C4D3394D41}" presName="iconBgRect" presStyleLbl="bgShp" presStyleIdx="2" presStyleCnt="4"/>
      <dgm:spPr/>
    </dgm:pt>
    <dgm:pt modelId="{A6DD97B8-08FD-4EA5-9130-8EB2153CEE04}" type="pres">
      <dgm:prSet presAssocID="{0867066C-C4AF-46A3-A308-E2C4D3394D4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C91DE8A4-FB04-4A7C-9ACF-F28EB432A830}" type="pres">
      <dgm:prSet presAssocID="{0867066C-C4AF-46A3-A308-E2C4D3394D41}" presName="spaceRect" presStyleCnt="0"/>
      <dgm:spPr/>
    </dgm:pt>
    <dgm:pt modelId="{5B0EA576-811F-42AF-B75F-20BA5D5C5ECF}" type="pres">
      <dgm:prSet presAssocID="{0867066C-C4AF-46A3-A308-E2C4D3394D41}" presName="textRect" presStyleLbl="revTx" presStyleIdx="2" presStyleCnt="4">
        <dgm:presLayoutVars>
          <dgm:chMax val="1"/>
          <dgm:chPref val="1"/>
        </dgm:presLayoutVars>
      </dgm:prSet>
      <dgm:spPr/>
    </dgm:pt>
    <dgm:pt modelId="{AB3CF707-CB1B-4957-861F-4A5E4190AA98}" type="pres">
      <dgm:prSet presAssocID="{3E6B6D02-D7DF-4185-9931-9599722FF57E}" presName="sibTrans" presStyleCnt="0"/>
      <dgm:spPr/>
    </dgm:pt>
    <dgm:pt modelId="{4C708463-7753-492F-AAE5-40FA944963BF}" type="pres">
      <dgm:prSet presAssocID="{AAA6E966-B631-4E43-BB0B-ECC4B0EA24B5}" presName="compNode" presStyleCnt="0"/>
      <dgm:spPr/>
    </dgm:pt>
    <dgm:pt modelId="{2FDA3C4B-AC7A-4070-A6EB-469CEEEB97D0}" type="pres">
      <dgm:prSet presAssocID="{AAA6E966-B631-4E43-BB0B-ECC4B0EA24B5}" presName="iconBgRect" presStyleLbl="bgShp" presStyleIdx="3" presStyleCnt="4"/>
      <dgm:spPr/>
    </dgm:pt>
    <dgm:pt modelId="{D7BBFEF6-3DB1-45C4-9F5A-6A9E5505C542}" type="pres">
      <dgm:prSet presAssocID="{AAA6E966-B631-4E43-BB0B-ECC4B0EA24B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C1D914B-8DF3-4512-8D9A-CDA5E0CE4F3D}" type="pres">
      <dgm:prSet presAssocID="{AAA6E966-B631-4E43-BB0B-ECC4B0EA24B5}" presName="spaceRect" presStyleCnt="0"/>
      <dgm:spPr/>
    </dgm:pt>
    <dgm:pt modelId="{479F511D-01F0-4C6E-B8D0-2DACACD4AE47}" type="pres">
      <dgm:prSet presAssocID="{AAA6E966-B631-4E43-BB0B-ECC4B0EA24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5E8BD39-72A3-4FA8-B8D9-B76E76050F2D}" type="presOf" srcId="{0867066C-C4AF-46A3-A308-E2C4D3394D41}" destId="{5B0EA576-811F-42AF-B75F-20BA5D5C5ECF}" srcOrd="0" destOrd="0" presId="urn:microsoft.com/office/officeart/2018/5/layout/IconCircleLabelList"/>
    <dgm:cxn modelId="{AA5F8B61-1D24-439B-94A6-A3E15D12A7FB}" type="presOf" srcId="{4F3A1EF9-143A-49EF-BB7F-6613350EA81A}" destId="{A041D7B6-AD59-42F4-BA7E-B5ACA8B9AC90}" srcOrd="0" destOrd="0" presId="urn:microsoft.com/office/officeart/2018/5/layout/IconCircleLabelList"/>
    <dgm:cxn modelId="{57BCEF43-9E7B-4F03-A1C3-3327B47CFB78}" srcId="{A9B5C981-F594-4ECB-BCD1-50C5F1E85509}" destId="{AAA6E966-B631-4E43-BB0B-ECC4B0EA24B5}" srcOrd="3" destOrd="0" parTransId="{47C8DEDE-B9EA-4892-ABA2-EDDE08C3C2DA}" sibTransId="{8ECF7A05-B721-4C7B-8BAA-F7480F23C17A}"/>
    <dgm:cxn modelId="{2C06DF4D-FF46-451A-A485-1B18C6884A82}" type="presOf" srcId="{A9B5C981-F594-4ECB-BCD1-50C5F1E85509}" destId="{4249FA54-7DB2-47D2-829D-8B53A18DB5F7}" srcOrd="0" destOrd="0" presId="urn:microsoft.com/office/officeart/2018/5/layout/IconCircleLabelList"/>
    <dgm:cxn modelId="{07CF9592-03A2-479C-8D41-155867D7F4DD}" srcId="{A9B5C981-F594-4ECB-BCD1-50C5F1E85509}" destId="{0867066C-C4AF-46A3-A308-E2C4D3394D41}" srcOrd="2" destOrd="0" parTransId="{7BEE0313-5B93-4907-84EE-F3D86B6D74C7}" sibTransId="{3E6B6D02-D7DF-4185-9931-9599722FF57E}"/>
    <dgm:cxn modelId="{DA80029F-F99B-4484-92DF-5AF1E5FCB816}" srcId="{A9B5C981-F594-4ECB-BCD1-50C5F1E85509}" destId="{4F3A1EF9-143A-49EF-BB7F-6613350EA81A}" srcOrd="0" destOrd="0" parTransId="{376BA0BF-BE00-40D2-A658-8C83912C351F}" sibTransId="{E897F6DD-FDF5-40E6-B682-30EED2D81B2E}"/>
    <dgm:cxn modelId="{0994B4B6-81E4-4AEE-817C-81736D22E0A7}" type="presOf" srcId="{66E39472-9B5B-4717-A25E-09FA2ED1E14A}" destId="{7130D470-961C-4DB6-BB9B-C6921AB13366}" srcOrd="0" destOrd="0" presId="urn:microsoft.com/office/officeart/2018/5/layout/IconCircleLabelList"/>
    <dgm:cxn modelId="{E64E70D1-A4B1-4476-8F26-0BEBD7E29B8D}" type="presOf" srcId="{AAA6E966-B631-4E43-BB0B-ECC4B0EA24B5}" destId="{479F511D-01F0-4C6E-B8D0-2DACACD4AE47}" srcOrd="0" destOrd="0" presId="urn:microsoft.com/office/officeart/2018/5/layout/IconCircleLabelList"/>
    <dgm:cxn modelId="{EBAF8FF1-E51A-44EA-A200-4E01F03D29D1}" srcId="{A9B5C981-F594-4ECB-BCD1-50C5F1E85509}" destId="{66E39472-9B5B-4717-A25E-09FA2ED1E14A}" srcOrd="1" destOrd="0" parTransId="{10B4DE28-53C5-43CC-851B-0BB0B6890EB0}" sibTransId="{F1EB5378-D287-4790-A9A2-8323BEE88591}"/>
    <dgm:cxn modelId="{16AC225D-5F97-441F-9B6C-4119B8652ACB}" type="presParOf" srcId="{4249FA54-7DB2-47D2-829D-8B53A18DB5F7}" destId="{8A0B9E93-3E20-4557-8B92-6732E08A4216}" srcOrd="0" destOrd="0" presId="urn:microsoft.com/office/officeart/2018/5/layout/IconCircleLabelList"/>
    <dgm:cxn modelId="{725D29A7-10E5-4C35-97C4-9D2A1BE36F5B}" type="presParOf" srcId="{8A0B9E93-3E20-4557-8B92-6732E08A4216}" destId="{5911B17C-A390-4FDB-A53A-9C819442A8C6}" srcOrd="0" destOrd="0" presId="urn:microsoft.com/office/officeart/2018/5/layout/IconCircleLabelList"/>
    <dgm:cxn modelId="{3AA8FE36-8A8E-4DE1-9F86-D4C874ECB097}" type="presParOf" srcId="{8A0B9E93-3E20-4557-8B92-6732E08A4216}" destId="{6673AAE8-308F-4A8D-B16C-A373B3C255B0}" srcOrd="1" destOrd="0" presId="urn:microsoft.com/office/officeart/2018/5/layout/IconCircleLabelList"/>
    <dgm:cxn modelId="{884EA81A-3056-4676-B26B-7B321677F308}" type="presParOf" srcId="{8A0B9E93-3E20-4557-8B92-6732E08A4216}" destId="{B5F868AF-7332-475A-999A-44D152C279B8}" srcOrd="2" destOrd="0" presId="urn:microsoft.com/office/officeart/2018/5/layout/IconCircleLabelList"/>
    <dgm:cxn modelId="{A1FC4912-841F-42A2-B981-45E4CFA09E56}" type="presParOf" srcId="{8A0B9E93-3E20-4557-8B92-6732E08A4216}" destId="{A041D7B6-AD59-42F4-BA7E-B5ACA8B9AC90}" srcOrd="3" destOrd="0" presId="urn:microsoft.com/office/officeart/2018/5/layout/IconCircleLabelList"/>
    <dgm:cxn modelId="{A10BFDE2-7292-43DB-930C-79CC084BFFA5}" type="presParOf" srcId="{4249FA54-7DB2-47D2-829D-8B53A18DB5F7}" destId="{B0E6C853-3030-4E69-8E66-7B5AB9A2F17F}" srcOrd="1" destOrd="0" presId="urn:microsoft.com/office/officeart/2018/5/layout/IconCircleLabelList"/>
    <dgm:cxn modelId="{4FFE7D96-34A0-4690-8943-7D99A85C849A}" type="presParOf" srcId="{4249FA54-7DB2-47D2-829D-8B53A18DB5F7}" destId="{D659BBFD-36BF-4328-8891-F922A512D37D}" srcOrd="2" destOrd="0" presId="urn:microsoft.com/office/officeart/2018/5/layout/IconCircleLabelList"/>
    <dgm:cxn modelId="{7EFF49ED-3A81-40D1-9904-99EE81CB4C48}" type="presParOf" srcId="{D659BBFD-36BF-4328-8891-F922A512D37D}" destId="{131E8150-748B-497F-AF9C-06037EDCFD34}" srcOrd="0" destOrd="0" presId="urn:microsoft.com/office/officeart/2018/5/layout/IconCircleLabelList"/>
    <dgm:cxn modelId="{E005FA13-EAFA-47E4-B113-F1C2A5D07638}" type="presParOf" srcId="{D659BBFD-36BF-4328-8891-F922A512D37D}" destId="{558A6D7E-A488-4017-80EB-E3279239CA3F}" srcOrd="1" destOrd="0" presId="urn:microsoft.com/office/officeart/2018/5/layout/IconCircleLabelList"/>
    <dgm:cxn modelId="{C1615B99-2AAB-4FB0-9491-8DF3EDCB94B8}" type="presParOf" srcId="{D659BBFD-36BF-4328-8891-F922A512D37D}" destId="{0609B6EE-0AF2-4410-90F0-BA5DB6203583}" srcOrd="2" destOrd="0" presId="urn:microsoft.com/office/officeart/2018/5/layout/IconCircleLabelList"/>
    <dgm:cxn modelId="{965C3053-B6FD-4801-B541-5A2EF58B0788}" type="presParOf" srcId="{D659BBFD-36BF-4328-8891-F922A512D37D}" destId="{7130D470-961C-4DB6-BB9B-C6921AB13366}" srcOrd="3" destOrd="0" presId="urn:microsoft.com/office/officeart/2018/5/layout/IconCircleLabelList"/>
    <dgm:cxn modelId="{3431D2A9-7A48-435E-99B1-62604BD7DF67}" type="presParOf" srcId="{4249FA54-7DB2-47D2-829D-8B53A18DB5F7}" destId="{48714BE3-A05F-4F20-AC7C-159D8710B4E3}" srcOrd="3" destOrd="0" presId="urn:microsoft.com/office/officeart/2018/5/layout/IconCircleLabelList"/>
    <dgm:cxn modelId="{4ECB780E-44CF-4F37-B2F2-8435177BC45D}" type="presParOf" srcId="{4249FA54-7DB2-47D2-829D-8B53A18DB5F7}" destId="{E801F152-DFF4-4ADE-8DE9-8467F82CE971}" srcOrd="4" destOrd="0" presId="urn:microsoft.com/office/officeart/2018/5/layout/IconCircleLabelList"/>
    <dgm:cxn modelId="{C4DE3557-0FDB-485A-B7DD-DD77A0442A95}" type="presParOf" srcId="{E801F152-DFF4-4ADE-8DE9-8467F82CE971}" destId="{546E0368-546E-474E-9A2D-339F5DE8EAB9}" srcOrd="0" destOrd="0" presId="urn:microsoft.com/office/officeart/2018/5/layout/IconCircleLabelList"/>
    <dgm:cxn modelId="{4D6E77E8-9AFF-4167-A333-4F173F81BBA3}" type="presParOf" srcId="{E801F152-DFF4-4ADE-8DE9-8467F82CE971}" destId="{A6DD97B8-08FD-4EA5-9130-8EB2153CEE04}" srcOrd="1" destOrd="0" presId="urn:microsoft.com/office/officeart/2018/5/layout/IconCircleLabelList"/>
    <dgm:cxn modelId="{DBB1BB88-C974-4B30-8233-EA519D157AE5}" type="presParOf" srcId="{E801F152-DFF4-4ADE-8DE9-8467F82CE971}" destId="{C91DE8A4-FB04-4A7C-9ACF-F28EB432A830}" srcOrd="2" destOrd="0" presId="urn:microsoft.com/office/officeart/2018/5/layout/IconCircleLabelList"/>
    <dgm:cxn modelId="{0C8B9ECC-42E5-404A-9250-58E80328B520}" type="presParOf" srcId="{E801F152-DFF4-4ADE-8DE9-8467F82CE971}" destId="{5B0EA576-811F-42AF-B75F-20BA5D5C5ECF}" srcOrd="3" destOrd="0" presId="urn:microsoft.com/office/officeart/2018/5/layout/IconCircleLabelList"/>
    <dgm:cxn modelId="{749E3ADA-04B8-4BE7-9C1B-022A28080B55}" type="presParOf" srcId="{4249FA54-7DB2-47D2-829D-8B53A18DB5F7}" destId="{AB3CF707-CB1B-4957-861F-4A5E4190AA98}" srcOrd="5" destOrd="0" presId="urn:microsoft.com/office/officeart/2018/5/layout/IconCircleLabelList"/>
    <dgm:cxn modelId="{9B76BD20-5A28-48DE-B833-676F5591F43B}" type="presParOf" srcId="{4249FA54-7DB2-47D2-829D-8B53A18DB5F7}" destId="{4C708463-7753-492F-AAE5-40FA944963BF}" srcOrd="6" destOrd="0" presId="urn:microsoft.com/office/officeart/2018/5/layout/IconCircleLabelList"/>
    <dgm:cxn modelId="{0BDFAF2E-FE51-4022-B202-29FFCFCCFA15}" type="presParOf" srcId="{4C708463-7753-492F-AAE5-40FA944963BF}" destId="{2FDA3C4B-AC7A-4070-A6EB-469CEEEB97D0}" srcOrd="0" destOrd="0" presId="urn:microsoft.com/office/officeart/2018/5/layout/IconCircleLabelList"/>
    <dgm:cxn modelId="{6F8B94B8-4755-4550-A045-7E171A2B2242}" type="presParOf" srcId="{4C708463-7753-492F-AAE5-40FA944963BF}" destId="{D7BBFEF6-3DB1-45C4-9F5A-6A9E5505C542}" srcOrd="1" destOrd="0" presId="urn:microsoft.com/office/officeart/2018/5/layout/IconCircleLabelList"/>
    <dgm:cxn modelId="{D15179A7-3E88-4C93-AF15-B799671D7446}" type="presParOf" srcId="{4C708463-7753-492F-AAE5-40FA944963BF}" destId="{AC1D914B-8DF3-4512-8D9A-CDA5E0CE4F3D}" srcOrd="2" destOrd="0" presId="urn:microsoft.com/office/officeart/2018/5/layout/IconCircleLabelList"/>
    <dgm:cxn modelId="{14F54F53-301D-4BB9-8340-741E290447DF}" type="presParOf" srcId="{4C708463-7753-492F-AAE5-40FA944963BF}" destId="{479F511D-01F0-4C6E-B8D0-2DACACD4AE4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E7C686-FD69-4AA2-94B5-726EDDE2597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93A2AE5-1093-4100-8879-488CC584BECF}">
      <dgm:prSet/>
      <dgm:spPr/>
      <dgm:t>
        <a:bodyPr/>
        <a:lstStyle/>
        <a:p>
          <a:r>
            <a:rPr lang="en-US"/>
            <a:t>Connects all ECUs</a:t>
          </a:r>
        </a:p>
      </dgm:t>
    </dgm:pt>
    <dgm:pt modelId="{A6CF36AC-D87D-44BD-9F95-017B9A7185F3}" type="parTrans" cxnId="{E00862EB-C4D4-4B75-A0E6-AD699CD656CE}">
      <dgm:prSet/>
      <dgm:spPr/>
      <dgm:t>
        <a:bodyPr/>
        <a:lstStyle/>
        <a:p>
          <a:endParaRPr lang="en-US"/>
        </a:p>
      </dgm:t>
    </dgm:pt>
    <dgm:pt modelId="{245E5678-CE14-490B-A2F1-2EACF611E75A}" type="sibTrans" cxnId="{E00862EB-C4D4-4B75-A0E6-AD699CD656CE}">
      <dgm:prSet/>
      <dgm:spPr/>
      <dgm:t>
        <a:bodyPr/>
        <a:lstStyle/>
        <a:p>
          <a:endParaRPr lang="en-US"/>
        </a:p>
      </dgm:t>
    </dgm:pt>
    <dgm:pt modelId="{094D77F0-68F4-4EC7-B735-ED3B5B9496F2}">
      <dgm:prSet/>
      <dgm:spPr/>
      <dgm:t>
        <a:bodyPr/>
        <a:lstStyle/>
        <a:p>
          <a:r>
            <a:rPr lang="en-US"/>
            <a:t>Allows data flow</a:t>
          </a:r>
        </a:p>
      </dgm:t>
    </dgm:pt>
    <dgm:pt modelId="{89345F12-DD0C-4E74-B70C-1DE29F7A39C2}" type="parTrans" cxnId="{3A20E3C1-BAC3-4B4D-89B8-3A28CB872013}">
      <dgm:prSet/>
      <dgm:spPr/>
      <dgm:t>
        <a:bodyPr/>
        <a:lstStyle/>
        <a:p>
          <a:endParaRPr lang="en-US"/>
        </a:p>
      </dgm:t>
    </dgm:pt>
    <dgm:pt modelId="{9A57F0B3-F186-40E4-8EC2-C3F839EE179C}" type="sibTrans" cxnId="{3A20E3C1-BAC3-4B4D-89B8-3A28CB872013}">
      <dgm:prSet/>
      <dgm:spPr/>
      <dgm:t>
        <a:bodyPr/>
        <a:lstStyle/>
        <a:p>
          <a:endParaRPr lang="en-US"/>
        </a:p>
      </dgm:t>
    </dgm:pt>
    <dgm:pt modelId="{D72B11C0-D1F4-4758-A8B1-3D23912EA01E}">
      <dgm:prSet/>
      <dgm:spPr/>
      <dgm:t>
        <a:bodyPr/>
        <a:lstStyle/>
        <a:p>
          <a:r>
            <a:rPr lang="en-US"/>
            <a:t>Uses CAN, LIN, Ethernet</a:t>
          </a:r>
        </a:p>
      </dgm:t>
    </dgm:pt>
    <dgm:pt modelId="{7B4C7614-E20C-484A-BB66-F463642ECAC6}" type="parTrans" cxnId="{565FAAA9-749B-4DBA-BD8A-F15C01809986}">
      <dgm:prSet/>
      <dgm:spPr/>
      <dgm:t>
        <a:bodyPr/>
        <a:lstStyle/>
        <a:p>
          <a:endParaRPr lang="en-US"/>
        </a:p>
      </dgm:t>
    </dgm:pt>
    <dgm:pt modelId="{F0498C05-398A-4B33-AD69-E47615AC0E2D}" type="sibTrans" cxnId="{565FAAA9-749B-4DBA-BD8A-F15C01809986}">
      <dgm:prSet/>
      <dgm:spPr/>
      <dgm:t>
        <a:bodyPr/>
        <a:lstStyle/>
        <a:p>
          <a:endParaRPr lang="en-US"/>
        </a:p>
      </dgm:t>
    </dgm:pt>
    <dgm:pt modelId="{43A02C10-9030-419A-979D-8B2F6011CA44}">
      <dgm:prSet/>
      <dgm:spPr/>
      <dgm:t>
        <a:bodyPr/>
        <a:lstStyle/>
        <a:p>
          <a:r>
            <a:rPr lang="en-US"/>
            <a:t>Ensures proper vehicle operation</a:t>
          </a:r>
        </a:p>
      </dgm:t>
    </dgm:pt>
    <dgm:pt modelId="{183EF0ED-41C4-42C6-B3E3-5A352A4D33A6}" type="parTrans" cxnId="{28442BA0-182F-4657-9298-8AAB41B6CAF3}">
      <dgm:prSet/>
      <dgm:spPr/>
      <dgm:t>
        <a:bodyPr/>
        <a:lstStyle/>
        <a:p>
          <a:endParaRPr lang="en-US"/>
        </a:p>
      </dgm:t>
    </dgm:pt>
    <dgm:pt modelId="{9D3E0E62-7DD9-4CCB-968D-C6689605E8FF}" type="sibTrans" cxnId="{28442BA0-182F-4657-9298-8AAB41B6CAF3}">
      <dgm:prSet/>
      <dgm:spPr/>
      <dgm:t>
        <a:bodyPr/>
        <a:lstStyle/>
        <a:p>
          <a:endParaRPr lang="en-US"/>
        </a:p>
      </dgm:t>
    </dgm:pt>
    <dgm:pt modelId="{0E7899C3-96E2-417B-BEDF-BB4ABC035897}" type="pres">
      <dgm:prSet presAssocID="{F9E7C686-FD69-4AA2-94B5-726EDDE25978}" presName="root" presStyleCnt="0">
        <dgm:presLayoutVars>
          <dgm:dir/>
          <dgm:resizeHandles val="exact"/>
        </dgm:presLayoutVars>
      </dgm:prSet>
      <dgm:spPr/>
    </dgm:pt>
    <dgm:pt modelId="{50A4DAE9-C305-4B40-A5BE-17F3DFBC1A0A}" type="pres">
      <dgm:prSet presAssocID="{F9E7C686-FD69-4AA2-94B5-726EDDE25978}" presName="container" presStyleCnt="0">
        <dgm:presLayoutVars>
          <dgm:dir/>
          <dgm:resizeHandles val="exact"/>
        </dgm:presLayoutVars>
      </dgm:prSet>
      <dgm:spPr/>
    </dgm:pt>
    <dgm:pt modelId="{849C2B2D-B9A1-41FA-AE36-FFC8684CBABC}" type="pres">
      <dgm:prSet presAssocID="{493A2AE5-1093-4100-8879-488CC584BECF}" presName="compNode" presStyleCnt="0"/>
      <dgm:spPr/>
    </dgm:pt>
    <dgm:pt modelId="{24402235-0B67-4ED1-9363-0E9948E0E8A9}" type="pres">
      <dgm:prSet presAssocID="{493A2AE5-1093-4100-8879-488CC584BECF}" presName="iconBgRect" presStyleLbl="bgShp" presStyleIdx="0" presStyleCnt="4"/>
      <dgm:spPr/>
    </dgm:pt>
    <dgm:pt modelId="{5D834C9D-F139-4144-97BE-74167970953F}" type="pres">
      <dgm:prSet presAssocID="{493A2AE5-1093-4100-8879-488CC584BEC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978A5491-348D-42B3-B632-D810D39E9CCD}" type="pres">
      <dgm:prSet presAssocID="{493A2AE5-1093-4100-8879-488CC584BECF}" presName="spaceRect" presStyleCnt="0"/>
      <dgm:spPr/>
    </dgm:pt>
    <dgm:pt modelId="{D2998090-0768-4A19-BBDC-967637893303}" type="pres">
      <dgm:prSet presAssocID="{493A2AE5-1093-4100-8879-488CC584BECF}" presName="textRect" presStyleLbl="revTx" presStyleIdx="0" presStyleCnt="4">
        <dgm:presLayoutVars>
          <dgm:chMax val="1"/>
          <dgm:chPref val="1"/>
        </dgm:presLayoutVars>
      </dgm:prSet>
      <dgm:spPr/>
    </dgm:pt>
    <dgm:pt modelId="{142D581F-824D-4AAE-98E9-74D3212B6FC2}" type="pres">
      <dgm:prSet presAssocID="{245E5678-CE14-490B-A2F1-2EACF611E75A}" presName="sibTrans" presStyleLbl="sibTrans2D1" presStyleIdx="0" presStyleCnt="0"/>
      <dgm:spPr/>
    </dgm:pt>
    <dgm:pt modelId="{6386FAC2-C321-4A37-9C03-11E0997514A4}" type="pres">
      <dgm:prSet presAssocID="{094D77F0-68F4-4EC7-B735-ED3B5B9496F2}" presName="compNode" presStyleCnt="0"/>
      <dgm:spPr/>
    </dgm:pt>
    <dgm:pt modelId="{3725F5A8-CE0D-44A3-AB31-57FFDBFE86B1}" type="pres">
      <dgm:prSet presAssocID="{094D77F0-68F4-4EC7-B735-ED3B5B9496F2}" presName="iconBgRect" presStyleLbl="bgShp" presStyleIdx="1" presStyleCnt="4"/>
      <dgm:spPr/>
    </dgm:pt>
    <dgm:pt modelId="{9C13A7E0-B270-426B-9F5D-4D50B041C88D}" type="pres">
      <dgm:prSet presAssocID="{094D77F0-68F4-4EC7-B735-ED3B5B9496F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0C0720-4463-4CED-823C-0AEAEF902685}" type="pres">
      <dgm:prSet presAssocID="{094D77F0-68F4-4EC7-B735-ED3B5B9496F2}" presName="spaceRect" presStyleCnt="0"/>
      <dgm:spPr/>
    </dgm:pt>
    <dgm:pt modelId="{4733BB67-3200-4707-A686-7A764BCB0D2A}" type="pres">
      <dgm:prSet presAssocID="{094D77F0-68F4-4EC7-B735-ED3B5B9496F2}" presName="textRect" presStyleLbl="revTx" presStyleIdx="1" presStyleCnt="4">
        <dgm:presLayoutVars>
          <dgm:chMax val="1"/>
          <dgm:chPref val="1"/>
        </dgm:presLayoutVars>
      </dgm:prSet>
      <dgm:spPr/>
    </dgm:pt>
    <dgm:pt modelId="{9278E05A-39FB-46B4-8131-BFCCD5440301}" type="pres">
      <dgm:prSet presAssocID="{9A57F0B3-F186-40E4-8EC2-C3F839EE179C}" presName="sibTrans" presStyleLbl="sibTrans2D1" presStyleIdx="0" presStyleCnt="0"/>
      <dgm:spPr/>
    </dgm:pt>
    <dgm:pt modelId="{9FBE6BCB-66B6-47F1-95E4-D06A5EA62DAD}" type="pres">
      <dgm:prSet presAssocID="{D72B11C0-D1F4-4758-A8B1-3D23912EA01E}" presName="compNode" presStyleCnt="0"/>
      <dgm:spPr/>
    </dgm:pt>
    <dgm:pt modelId="{C1ACEC8D-3FDF-4333-929C-E8B1BB2749D2}" type="pres">
      <dgm:prSet presAssocID="{D72B11C0-D1F4-4758-A8B1-3D23912EA01E}" presName="iconBgRect" presStyleLbl="bgShp" presStyleIdx="2" presStyleCnt="4"/>
      <dgm:spPr/>
    </dgm:pt>
    <dgm:pt modelId="{98C216D7-D7B0-4ABC-A20B-674970876FDA}" type="pres">
      <dgm:prSet presAssocID="{D72B11C0-D1F4-4758-A8B1-3D23912EA01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345BF3-8109-4C3F-B7BA-BE5218CAACEB}" type="pres">
      <dgm:prSet presAssocID="{D72B11C0-D1F4-4758-A8B1-3D23912EA01E}" presName="spaceRect" presStyleCnt="0"/>
      <dgm:spPr/>
    </dgm:pt>
    <dgm:pt modelId="{3D97B45B-8F2B-4901-A9C5-951C2AFCC73F}" type="pres">
      <dgm:prSet presAssocID="{D72B11C0-D1F4-4758-A8B1-3D23912EA01E}" presName="textRect" presStyleLbl="revTx" presStyleIdx="2" presStyleCnt="4">
        <dgm:presLayoutVars>
          <dgm:chMax val="1"/>
          <dgm:chPref val="1"/>
        </dgm:presLayoutVars>
      </dgm:prSet>
      <dgm:spPr/>
    </dgm:pt>
    <dgm:pt modelId="{2F5DCECB-70F6-4C8F-80AA-9E3AED1D7ED3}" type="pres">
      <dgm:prSet presAssocID="{F0498C05-398A-4B33-AD69-E47615AC0E2D}" presName="sibTrans" presStyleLbl="sibTrans2D1" presStyleIdx="0" presStyleCnt="0"/>
      <dgm:spPr/>
    </dgm:pt>
    <dgm:pt modelId="{6B6FF863-9965-4FD6-9E21-A1086B7A6731}" type="pres">
      <dgm:prSet presAssocID="{43A02C10-9030-419A-979D-8B2F6011CA44}" presName="compNode" presStyleCnt="0"/>
      <dgm:spPr/>
    </dgm:pt>
    <dgm:pt modelId="{852B8725-22A9-43C6-BB9C-88542407FDAD}" type="pres">
      <dgm:prSet presAssocID="{43A02C10-9030-419A-979D-8B2F6011CA44}" presName="iconBgRect" presStyleLbl="bgShp" presStyleIdx="3" presStyleCnt="4"/>
      <dgm:spPr/>
    </dgm:pt>
    <dgm:pt modelId="{ECA3170F-5E60-405E-9EE5-D88152784080}" type="pres">
      <dgm:prSet presAssocID="{43A02C10-9030-419A-979D-8B2F6011CA4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6D4827BD-C6CD-4D10-B5C3-541DA6057E34}" type="pres">
      <dgm:prSet presAssocID="{43A02C10-9030-419A-979D-8B2F6011CA44}" presName="spaceRect" presStyleCnt="0"/>
      <dgm:spPr/>
    </dgm:pt>
    <dgm:pt modelId="{38880D79-055B-41BD-8C82-4BF01A561477}" type="pres">
      <dgm:prSet presAssocID="{43A02C10-9030-419A-979D-8B2F6011CA4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784D200-9A82-42AF-B5D7-9A6950D97B3A}" type="presOf" srcId="{245E5678-CE14-490B-A2F1-2EACF611E75A}" destId="{142D581F-824D-4AAE-98E9-74D3212B6FC2}" srcOrd="0" destOrd="0" presId="urn:microsoft.com/office/officeart/2018/2/layout/IconCircleList"/>
    <dgm:cxn modelId="{B28D4033-84AD-466B-B565-8C0344EAEFD0}" type="presOf" srcId="{094D77F0-68F4-4EC7-B735-ED3B5B9496F2}" destId="{4733BB67-3200-4707-A686-7A764BCB0D2A}" srcOrd="0" destOrd="0" presId="urn:microsoft.com/office/officeart/2018/2/layout/IconCircleList"/>
    <dgm:cxn modelId="{41BB6143-A869-475D-B08F-AFEC3B401E2C}" type="presOf" srcId="{43A02C10-9030-419A-979D-8B2F6011CA44}" destId="{38880D79-055B-41BD-8C82-4BF01A561477}" srcOrd="0" destOrd="0" presId="urn:microsoft.com/office/officeart/2018/2/layout/IconCircleList"/>
    <dgm:cxn modelId="{45270692-520C-4E81-AE93-9B6F590D09BF}" type="presOf" srcId="{F9E7C686-FD69-4AA2-94B5-726EDDE25978}" destId="{0E7899C3-96E2-417B-BEDF-BB4ABC035897}" srcOrd="0" destOrd="0" presId="urn:microsoft.com/office/officeart/2018/2/layout/IconCircleList"/>
    <dgm:cxn modelId="{28442BA0-182F-4657-9298-8AAB41B6CAF3}" srcId="{F9E7C686-FD69-4AA2-94B5-726EDDE25978}" destId="{43A02C10-9030-419A-979D-8B2F6011CA44}" srcOrd="3" destOrd="0" parTransId="{183EF0ED-41C4-42C6-B3E3-5A352A4D33A6}" sibTransId="{9D3E0E62-7DD9-4CCB-968D-C6689605E8FF}"/>
    <dgm:cxn modelId="{565FAAA9-749B-4DBA-BD8A-F15C01809986}" srcId="{F9E7C686-FD69-4AA2-94B5-726EDDE25978}" destId="{D72B11C0-D1F4-4758-A8B1-3D23912EA01E}" srcOrd="2" destOrd="0" parTransId="{7B4C7614-E20C-484A-BB66-F463642ECAC6}" sibTransId="{F0498C05-398A-4B33-AD69-E47615AC0E2D}"/>
    <dgm:cxn modelId="{1DACCABA-B13C-4972-9A18-9775C8A6A982}" type="presOf" srcId="{9A57F0B3-F186-40E4-8EC2-C3F839EE179C}" destId="{9278E05A-39FB-46B4-8131-BFCCD5440301}" srcOrd="0" destOrd="0" presId="urn:microsoft.com/office/officeart/2018/2/layout/IconCircleList"/>
    <dgm:cxn modelId="{3A20E3C1-BAC3-4B4D-89B8-3A28CB872013}" srcId="{F9E7C686-FD69-4AA2-94B5-726EDDE25978}" destId="{094D77F0-68F4-4EC7-B735-ED3B5B9496F2}" srcOrd="1" destOrd="0" parTransId="{89345F12-DD0C-4E74-B70C-1DE29F7A39C2}" sibTransId="{9A57F0B3-F186-40E4-8EC2-C3F839EE179C}"/>
    <dgm:cxn modelId="{FC25A5C8-892E-4B6C-B238-C77909BDD764}" type="presOf" srcId="{493A2AE5-1093-4100-8879-488CC584BECF}" destId="{D2998090-0768-4A19-BBDC-967637893303}" srcOrd="0" destOrd="0" presId="urn:microsoft.com/office/officeart/2018/2/layout/IconCircleList"/>
    <dgm:cxn modelId="{C3B440D9-EAEE-4AB9-8733-D91362D096A4}" type="presOf" srcId="{F0498C05-398A-4B33-AD69-E47615AC0E2D}" destId="{2F5DCECB-70F6-4C8F-80AA-9E3AED1D7ED3}" srcOrd="0" destOrd="0" presId="urn:microsoft.com/office/officeart/2018/2/layout/IconCircleList"/>
    <dgm:cxn modelId="{E70549DA-AABD-44DD-B1EF-020730F6514B}" type="presOf" srcId="{D72B11C0-D1F4-4758-A8B1-3D23912EA01E}" destId="{3D97B45B-8F2B-4901-A9C5-951C2AFCC73F}" srcOrd="0" destOrd="0" presId="urn:microsoft.com/office/officeart/2018/2/layout/IconCircleList"/>
    <dgm:cxn modelId="{E00862EB-C4D4-4B75-A0E6-AD699CD656CE}" srcId="{F9E7C686-FD69-4AA2-94B5-726EDDE25978}" destId="{493A2AE5-1093-4100-8879-488CC584BECF}" srcOrd="0" destOrd="0" parTransId="{A6CF36AC-D87D-44BD-9F95-017B9A7185F3}" sibTransId="{245E5678-CE14-490B-A2F1-2EACF611E75A}"/>
    <dgm:cxn modelId="{600BC6BA-8D4C-4D9C-8A9B-908CDAB531EC}" type="presParOf" srcId="{0E7899C3-96E2-417B-BEDF-BB4ABC035897}" destId="{50A4DAE9-C305-4B40-A5BE-17F3DFBC1A0A}" srcOrd="0" destOrd="0" presId="urn:microsoft.com/office/officeart/2018/2/layout/IconCircleList"/>
    <dgm:cxn modelId="{FD3624AB-4309-450E-9F17-9292CB4F091C}" type="presParOf" srcId="{50A4DAE9-C305-4B40-A5BE-17F3DFBC1A0A}" destId="{849C2B2D-B9A1-41FA-AE36-FFC8684CBABC}" srcOrd="0" destOrd="0" presId="urn:microsoft.com/office/officeart/2018/2/layout/IconCircleList"/>
    <dgm:cxn modelId="{F58A69DB-9AD6-4E22-ABE9-BF3CBF4DF901}" type="presParOf" srcId="{849C2B2D-B9A1-41FA-AE36-FFC8684CBABC}" destId="{24402235-0B67-4ED1-9363-0E9948E0E8A9}" srcOrd="0" destOrd="0" presId="urn:microsoft.com/office/officeart/2018/2/layout/IconCircleList"/>
    <dgm:cxn modelId="{DFFD4DE4-04E0-4CD7-B0F3-0CC7B04CE727}" type="presParOf" srcId="{849C2B2D-B9A1-41FA-AE36-FFC8684CBABC}" destId="{5D834C9D-F139-4144-97BE-74167970953F}" srcOrd="1" destOrd="0" presId="urn:microsoft.com/office/officeart/2018/2/layout/IconCircleList"/>
    <dgm:cxn modelId="{126DB016-0784-4232-95F2-D0E45F77BA60}" type="presParOf" srcId="{849C2B2D-B9A1-41FA-AE36-FFC8684CBABC}" destId="{978A5491-348D-42B3-B632-D810D39E9CCD}" srcOrd="2" destOrd="0" presId="urn:microsoft.com/office/officeart/2018/2/layout/IconCircleList"/>
    <dgm:cxn modelId="{942CFEFB-E3DA-45FE-9E66-2F93EC9E8D69}" type="presParOf" srcId="{849C2B2D-B9A1-41FA-AE36-FFC8684CBABC}" destId="{D2998090-0768-4A19-BBDC-967637893303}" srcOrd="3" destOrd="0" presId="urn:microsoft.com/office/officeart/2018/2/layout/IconCircleList"/>
    <dgm:cxn modelId="{059C24F0-C4BA-45A4-9D71-B2D44CECDB25}" type="presParOf" srcId="{50A4DAE9-C305-4B40-A5BE-17F3DFBC1A0A}" destId="{142D581F-824D-4AAE-98E9-74D3212B6FC2}" srcOrd="1" destOrd="0" presId="urn:microsoft.com/office/officeart/2018/2/layout/IconCircleList"/>
    <dgm:cxn modelId="{E1BA4DD3-9B6A-4EBB-B36B-C0B020815A2F}" type="presParOf" srcId="{50A4DAE9-C305-4B40-A5BE-17F3DFBC1A0A}" destId="{6386FAC2-C321-4A37-9C03-11E0997514A4}" srcOrd="2" destOrd="0" presId="urn:microsoft.com/office/officeart/2018/2/layout/IconCircleList"/>
    <dgm:cxn modelId="{0B35CA27-B648-4C0E-857D-FC2D59925948}" type="presParOf" srcId="{6386FAC2-C321-4A37-9C03-11E0997514A4}" destId="{3725F5A8-CE0D-44A3-AB31-57FFDBFE86B1}" srcOrd="0" destOrd="0" presId="urn:microsoft.com/office/officeart/2018/2/layout/IconCircleList"/>
    <dgm:cxn modelId="{2F7F0FC9-E0BA-4158-A8A9-DEC3E9877369}" type="presParOf" srcId="{6386FAC2-C321-4A37-9C03-11E0997514A4}" destId="{9C13A7E0-B270-426B-9F5D-4D50B041C88D}" srcOrd="1" destOrd="0" presId="urn:microsoft.com/office/officeart/2018/2/layout/IconCircleList"/>
    <dgm:cxn modelId="{466CBCC5-787D-48FC-B217-AE20C5AA0B7B}" type="presParOf" srcId="{6386FAC2-C321-4A37-9C03-11E0997514A4}" destId="{450C0720-4463-4CED-823C-0AEAEF902685}" srcOrd="2" destOrd="0" presId="urn:microsoft.com/office/officeart/2018/2/layout/IconCircleList"/>
    <dgm:cxn modelId="{54E87C22-E780-40AE-A112-BFB0152A4782}" type="presParOf" srcId="{6386FAC2-C321-4A37-9C03-11E0997514A4}" destId="{4733BB67-3200-4707-A686-7A764BCB0D2A}" srcOrd="3" destOrd="0" presId="urn:microsoft.com/office/officeart/2018/2/layout/IconCircleList"/>
    <dgm:cxn modelId="{3A38208E-024C-43BD-B34E-9A780F06046E}" type="presParOf" srcId="{50A4DAE9-C305-4B40-A5BE-17F3DFBC1A0A}" destId="{9278E05A-39FB-46B4-8131-BFCCD5440301}" srcOrd="3" destOrd="0" presId="urn:microsoft.com/office/officeart/2018/2/layout/IconCircleList"/>
    <dgm:cxn modelId="{4D050571-9FD9-4043-AC5C-A39A68ECACD8}" type="presParOf" srcId="{50A4DAE9-C305-4B40-A5BE-17F3DFBC1A0A}" destId="{9FBE6BCB-66B6-47F1-95E4-D06A5EA62DAD}" srcOrd="4" destOrd="0" presId="urn:microsoft.com/office/officeart/2018/2/layout/IconCircleList"/>
    <dgm:cxn modelId="{643EF9F0-DB2C-4A67-8859-353E964FFD0A}" type="presParOf" srcId="{9FBE6BCB-66B6-47F1-95E4-D06A5EA62DAD}" destId="{C1ACEC8D-3FDF-4333-929C-E8B1BB2749D2}" srcOrd="0" destOrd="0" presId="urn:microsoft.com/office/officeart/2018/2/layout/IconCircleList"/>
    <dgm:cxn modelId="{08B9367A-8686-4180-885D-7F8C71FE82A7}" type="presParOf" srcId="{9FBE6BCB-66B6-47F1-95E4-D06A5EA62DAD}" destId="{98C216D7-D7B0-4ABC-A20B-674970876FDA}" srcOrd="1" destOrd="0" presId="urn:microsoft.com/office/officeart/2018/2/layout/IconCircleList"/>
    <dgm:cxn modelId="{82737610-AD33-411F-846C-B46C7EFB86D1}" type="presParOf" srcId="{9FBE6BCB-66B6-47F1-95E4-D06A5EA62DAD}" destId="{03345BF3-8109-4C3F-B7BA-BE5218CAACEB}" srcOrd="2" destOrd="0" presId="urn:microsoft.com/office/officeart/2018/2/layout/IconCircleList"/>
    <dgm:cxn modelId="{2D871FA5-D868-43BD-A00F-7F45CB0BB523}" type="presParOf" srcId="{9FBE6BCB-66B6-47F1-95E4-D06A5EA62DAD}" destId="{3D97B45B-8F2B-4901-A9C5-951C2AFCC73F}" srcOrd="3" destOrd="0" presId="urn:microsoft.com/office/officeart/2018/2/layout/IconCircleList"/>
    <dgm:cxn modelId="{3710DA9A-E41B-4F95-948B-FE2064CD06AD}" type="presParOf" srcId="{50A4DAE9-C305-4B40-A5BE-17F3DFBC1A0A}" destId="{2F5DCECB-70F6-4C8F-80AA-9E3AED1D7ED3}" srcOrd="5" destOrd="0" presId="urn:microsoft.com/office/officeart/2018/2/layout/IconCircleList"/>
    <dgm:cxn modelId="{4BF684BD-7519-4476-93A6-682F5EA429B8}" type="presParOf" srcId="{50A4DAE9-C305-4B40-A5BE-17F3DFBC1A0A}" destId="{6B6FF863-9965-4FD6-9E21-A1086B7A6731}" srcOrd="6" destOrd="0" presId="urn:microsoft.com/office/officeart/2018/2/layout/IconCircleList"/>
    <dgm:cxn modelId="{FF9A9AB4-2B1A-44E5-B7FD-979D327925B9}" type="presParOf" srcId="{6B6FF863-9965-4FD6-9E21-A1086B7A6731}" destId="{852B8725-22A9-43C6-BB9C-88542407FDAD}" srcOrd="0" destOrd="0" presId="urn:microsoft.com/office/officeart/2018/2/layout/IconCircleList"/>
    <dgm:cxn modelId="{F4A7AEF5-CB55-489A-B7A3-8DC1CDFCF5CE}" type="presParOf" srcId="{6B6FF863-9965-4FD6-9E21-A1086B7A6731}" destId="{ECA3170F-5E60-405E-9EE5-D88152784080}" srcOrd="1" destOrd="0" presId="urn:microsoft.com/office/officeart/2018/2/layout/IconCircleList"/>
    <dgm:cxn modelId="{D6C411DB-8450-42A4-8D57-53281C8E4678}" type="presParOf" srcId="{6B6FF863-9965-4FD6-9E21-A1086B7A6731}" destId="{6D4827BD-C6CD-4D10-B5C3-541DA6057E34}" srcOrd="2" destOrd="0" presId="urn:microsoft.com/office/officeart/2018/2/layout/IconCircleList"/>
    <dgm:cxn modelId="{4483014B-033E-4C2A-A5C2-F57F4BC8FBB0}" type="presParOf" srcId="{6B6FF863-9965-4FD6-9E21-A1086B7A6731}" destId="{38880D79-055B-41BD-8C82-4BF01A56147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FB8B88-73D2-439F-A04D-E18CC70A77A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36ECDC-5527-4782-9118-2BE25C4A4F62}">
      <dgm:prSet custT="1"/>
      <dgm:spPr/>
      <dgm:t>
        <a:bodyPr/>
        <a:lstStyle/>
        <a:p>
          <a:r>
            <a:rPr lang="en-GB" sz="2400" b="1"/>
            <a:t>Point-to-Point</a:t>
          </a:r>
          <a:r>
            <a:rPr lang="en-GB" sz="2400"/>
            <a:t> → One device connected to one device </a:t>
          </a:r>
          <a:endParaRPr lang="en-US" sz="2400"/>
        </a:p>
      </dgm:t>
    </dgm:pt>
    <dgm:pt modelId="{3680DF23-2852-45FF-88CB-526B5B998313}" type="parTrans" cxnId="{1FE6C7BC-EFA1-4DDC-9650-5F4F99E2E31C}">
      <dgm:prSet/>
      <dgm:spPr/>
      <dgm:t>
        <a:bodyPr/>
        <a:lstStyle/>
        <a:p>
          <a:endParaRPr lang="en-US" sz="1400"/>
        </a:p>
      </dgm:t>
    </dgm:pt>
    <dgm:pt modelId="{B8763680-6D21-405C-8010-C152379E63EB}" type="sibTrans" cxnId="{1FE6C7BC-EFA1-4DDC-9650-5F4F99E2E31C}">
      <dgm:prSet/>
      <dgm:spPr/>
      <dgm:t>
        <a:bodyPr/>
        <a:lstStyle/>
        <a:p>
          <a:endParaRPr lang="en-US" sz="1400"/>
        </a:p>
      </dgm:t>
    </dgm:pt>
    <dgm:pt modelId="{BAC5B5C5-9480-42FF-8B7B-E3CEEF224D32}">
      <dgm:prSet custT="1"/>
      <dgm:spPr/>
      <dgm:t>
        <a:bodyPr/>
        <a:lstStyle/>
        <a:p>
          <a:r>
            <a:rPr lang="en-GB" sz="2400" b="1"/>
            <a:t>Bus / Multi-drop</a:t>
          </a:r>
          <a:r>
            <a:rPr lang="en-GB" sz="2400"/>
            <a:t> → Multiple ECUs connected on same line (e.g., CAN) </a:t>
          </a:r>
          <a:endParaRPr lang="en-US" sz="2400"/>
        </a:p>
      </dgm:t>
    </dgm:pt>
    <dgm:pt modelId="{FFFC8F99-BF5E-497D-917C-6A0C29CCE394}" type="parTrans" cxnId="{E51A019D-7B25-47D5-8078-577926C29522}">
      <dgm:prSet/>
      <dgm:spPr/>
      <dgm:t>
        <a:bodyPr/>
        <a:lstStyle/>
        <a:p>
          <a:endParaRPr lang="en-US" sz="1400"/>
        </a:p>
      </dgm:t>
    </dgm:pt>
    <dgm:pt modelId="{6E026467-5FFB-4F4F-A071-46CB27E6BE36}" type="sibTrans" cxnId="{E51A019D-7B25-47D5-8078-577926C29522}">
      <dgm:prSet/>
      <dgm:spPr/>
      <dgm:t>
        <a:bodyPr/>
        <a:lstStyle/>
        <a:p>
          <a:endParaRPr lang="en-US" sz="1400"/>
        </a:p>
      </dgm:t>
    </dgm:pt>
    <dgm:pt modelId="{D2DA2EC8-E02A-4EE3-A6BB-7CC1F62428D7}">
      <dgm:prSet custT="1"/>
      <dgm:spPr/>
      <dgm:t>
        <a:bodyPr/>
        <a:lstStyle/>
        <a:p>
          <a:r>
            <a:rPr lang="en-GB" sz="2400" b="1"/>
            <a:t>Ring</a:t>
          </a:r>
          <a:r>
            <a:rPr lang="en-GB" sz="2400"/>
            <a:t> → ECUs connected in circular form </a:t>
          </a:r>
          <a:endParaRPr lang="en-US" sz="2400"/>
        </a:p>
      </dgm:t>
    </dgm:pt>
    <dgm:pt modelId="{9B9D44D6-198A-47B6-987A-655199FBAEC8}" type="parTrans" cxnId="{3FF2AA4D-CEB4-49C9-850B-EB5AF67E02C4}">
      <dgm:prSet/>
      <dgm:spPr/>
      <dgm:t>
        <a:bodyPr/>
        <a:lstStyle/>
        <a:p>
          <a:endParaRPr lang="en-US" sz="1400"/>
        </a:p>
      </dgm:t>
    </dgm:pt>
    <dgm:pt modelId="{27D3349E-36DD-42C6-8BE0-788C8D2CDDAA}" type="sibTrans" cxnId="{3FF2AA4D-CEB4-49C9-850B-EB5AF67E02C4}">
      <dgm:prSet/>
      <dgm:spPr/>
      <dgm:t>
        <a:bodyPr/>
        <a:lstStyle/>
        <a:p>
          <a:endParaRPr lang="en-US" sz="1400"/>
        </a:p>
      </dgm:t>
    </dgm:pt>
    <dgm:pt modelId="{A9287228-3CE0-4641-9AE8-8014B3120A85}">
      <dgm:prSet custT="1"/>
      <dgm:spPr/>
      <dgm:t>
        <a:bodyPr/>
        <a:lstStyle/>
        <a:p>
          <a:r>
            <a:rPr lang="en-GB" sz="2400" b="1"/>
            <a:t>Star</a:t>
          </a:r>
          <a:r>
            <a:rPr lang="en-GB" sz="2400"/>
            <a:t> → All ECUs connected to a central unit</a:t>
          </a:r>
          <a:endParaRPr lang="en-US" sz="2400"/>
        </a:p>
      </dgm:t>
    </dgm:pt>
    <dgm:pt modelId="{DB058A0B-BE9D-4EBA-BE74-7FEA6FC785B2}" type="parTrans" cxnId="{965395B4-F6D6-4223-A09C-756265D21E53}">
      <dgm:prSet/>
      <dgm:spPr/>
      <dgm:t>
        <a:bodyPr/>
        <a:lstStyle/>
        <a:p>
          <a:endParaRPr lang="en-US" sz="1400"/>
        </a:p>
      </dgm:t>
    </dgm:pt>
    <dgm:pt modelId="{9ED0C704-4C09-420B-91DF-A811F0A0BBCA}" type="sibTrans" cxnId="{965395B4-F6D6-4223-A09C-756265D21E53}">
      <dgm:prSet/>
      <dgm:spPr/>
      <dgm:t>
        <a:bodyPr/>
        <a:lstStyle/>
        <a:p>
          <a:endParaRPr lang="en-US" sz="1400"/>
        </a:p>
      </dgm:t>
    </dgm:pt>
    <dgm:pt modelId="{9CF998CD-9648-498A-93CB-8E250B794FF6}" type="pres">
      <dgm:prSet presAssocID="{45FB8B88-73D2-439F-A04D-E18CC70A77A2}" presName="vert0" presStyleCnt="0">
        <dgm:presLayoutVars>
          <dgm:dir/>
          <dgm:animOne val="branch"/>
          <dgm:animLvl val="lvl"/>
        </dgm:presLayoutVars>
      </dgm:prSet>
      <dgm:spPr/>
    </dgm:pt>
    <dgm:pt modelId="{25F5AF02-F2A9-4861-BDB6-B60A6937F6F0}" type="pres">
      <dgm:prSet presAssocID="{E336ECDC-5527-4782-9118-2BE25C4A4F62}" presName="thickLine" presStyleLbl="alignNode1" presStyleIdx="0" presStyleCnt="4"/>
      <dgm:spPr/>
    </dgm:pt>
    <dgm:pt modelId="{68E2C0C9-0BDE-45E2-B4B8-F32F9C8AF81D}" type="pres">
      <dgm:prSet presAssocID="{E336ECDC-5527-4782-9118-2BE25C4A4F62}" presName="horz1" presStyleCnt="0"/>
      <dgm:spPr/>
    </dgm:pt>
    <dgm:pt modelId="{9BFECF6E-88AD-412D-9ECF-6C776343B195}" type="pres">
      <dgm:prSet presAssocID="{E336ECDC-5527-4782-9118-2BE25C4A4F62}" presName="tx1" presStyleLbl="revTx" presStyleIdx="0" presStyleCnt="4"/>
      <dgm:spPr/>
    </dgm:pt>
    <dgm:pt modelId="{E3EEA31D-546D-4C9F-AA3E-5EEFFB9C2C6D}" type="pres">
      <dgm:prSet presAssocID="{E336ECDC-5527-4782-9118-2BE25C4A4F62}" presName="vert1" presStyleCnt="0"/>
      <dgm:spPr/>
    </dgm:pt>
    <dgm:pt modelId="{4463434B-E7C5-43A3-AE2C-152907C2CA97}" type="pres">
      <dgm:prSet presAssocID="{BAC5B5C5-9480-42FF-8B7B-E3CEEF224D32}" presName="thickLine" presStyleLbl="alignNode1" presStyleIdx="1" presStyleCnt="4"/>
      <dgm:spPr/>
    </dgm:pt>
    <dgm:pt modelId="{46D69CAD-3EFA-4034-A4B1-D7FBEB55276E}" type="pres">
      <dgm:prSet presAssocID="{BAC5B5C5-9480-42FF-8B7B-E3CEEF224D32}" presName="horz1" presStyleCnt="0"/>
      <dgm:spPr/>
    </dgm:pt>
    <dgm:pt modelId="{D3B280C7-226B-4D70-BDBD-B3FC79DCEF66}" type="pres">
      <dgm:prSet presAssocID="{BAC5B5C5-9480-42FF-8B7B-E3CEEF224D32}" presName="tx1" presStyleLbl="revTx" presStyleIdx="1" presStyleCnt="4"/>
      <dgm:spPr/>
    </dgm:pt>
    <dgm:pt modelId="{55C1A0FA-881E-464F-9963-122FDC38BE03}" type="pres">
      <dgm:prSet presAssocID="{BAC5B5C5-9480-42FF-8B7B-E3CEEF224D32}" presName="vert1" presStyleCnt="0"/>
      <dgm:spPr/>
    </dgm:pt>
    <dgm:pt modelId="{17C15CC4-2824-40CA-B957-C000B3D02DC2}" type="pres">
      <dgm:prSet presAssocID="{D2DA2EC8-E02A-4EE3-A6BB-7CC1F62428D7}" presName="thickLine" presStyleLbl="alignNode1" presStyleIdx="2" presStyleCnt="4"/>
      <dgm:spPr/>
    </dgm:pt>
    <dgm:pt modelId="{B9809EDA-BCBE-4346-BC27-EE7B4D6DC92B}" type="pres">
      <dgm:prSet presAssocID="{D2DA2EC8-E02A-4EE3-A6BB-7CC1F62428D7}" presName="horz1" presStyleCnt="0"/>
      <dgm:spPr/>
    </dgm:pt>
    <dgm:pt modelId="{FFDE53E5-2019-4AB2-9194-BD485053E027}" type="pres">
      <dgm:prSet presAssocID="{D2DA2EC8-E02A-4EE3-A6BB-7CC1F62428D7}" presName="tx1" presStyleLbl="revTx" presStyleIdx="2" presStyleCnt="4"/>
      <dgm:spPr/>
    </dgm:pt>
    <dgm:pt modelId="{13300AAC-5547-4930-B361-492E40F4A222}" type="pres">
      <dgm:prSet presAssocID="{D2DA2EC8-E02A-4EE3-A6BB-7CC1F62428D7}" presName="vert1" presStyleCnt="0"/>
      <dgm:spPr/>
    </dgm:pt>
    <dgm:pt modelId="{986F903B-FB77-4907-BDEB-640FE52777EE}" type="pres">
      <dgm:prSet presAssocID="{A9287228-3CE0-4641-9AE8-8014B3120A85}" presName="thickLine" presStyleLbl="alignNode1" presStyleIdx="3" presStyleCnt="4"/>
      <dgm:spPr/>
    </dgm:pt>
    <dgm:pt modelId="{2A082CE2-E7D4-4C16-A885-BDA64F57FEF6}" type="pres">
      <dgm:prSet presAssocID="{A9287228-3CE0-4641-9AE8-8014B3120A85}" presName="horz1" presStyleCnt="0"/>
      <dgm:spPr/>
    </dgm:pt>
    <dgm:pt modelId="{4293F959-E7EF-42E8-B799-43B00335CB54}" type="pres">
      <dgm:prSet presAssocID="{A9287228-3CE0-4641-9AE8-8014B3120A85}" presName="tx1" presStyleLbl="revTx" presStyleIdx="3" presStyleCnt="4"/>
      <dgm:spPr/>
    </dgm:pt>
    <dgm:pt modelId="{50FBF407-3735-41A2-B1D9-ECE3EF47C05F}" type="pres">
      <dgm:prSet presAssocID="{A9287228-3CE0-4641-9AE8-8014B3120A85}" presName="vert1" presStyleCnt="0"/>
      <dgm:spPr/>
    </dgm:pt>
  </dgm:ptLst>
  <dgm:cxnLst>
    <dgm:cxn modelId="{1556E103-8C66-4276-94D0-342C23E49A7C}" type="presOf" srcId="{A9287228-3CE0-4641-9AE8-8014B3120A85}" destId="{4293F959-E7EF-42E8-B799-43B00335CB54}" srcOrd="0" destOrd="0" presId="urn:microsoft.com/office/officeart/2008/layout/LinedList"/>
    <dgm:cxn modelId="{70F47047-B288-4DBD-BEF5-30BE7871BFDB}" type="presOf" srcId="{BAC5B5C5-9480-42FF-8B7B-E3CEEF224D32}" destId="{D3B280C7-226B-4D70-BDBD-B3FC79DCEF66}" srcOrd="0" destOrd="0" presId="urn:microsoft.com/office/officeart/2008/layout/LinedList"/>
    <dgm:cxn modelId="{3FF2AA4D-CEB4-49C9-850B-EB5AF67E02C4}" srcId="{45FB8B88-73D2-439F-A04D-E18CC70A77A2}" destId="{D2DA2EC8-E02A-4EE3-A6BB-7CC1F62428D7}" srcOrd="2" destOrd="0" parTransId="{9B9D44D6-198A-47B6-987A-655199FBAEC8}" sibTransId="{27D3349E-36DD-42C6-8BE0-788C8D2CDDAA}"/>
    <dgm:cxn modelId="{5F789F93-80B6-4C95-A518-56180519BAFC}" type="presOf" srcId="{E336ECDC-5527-4782-9118-2BE25C4A4F62}" destId="{9BFECF6E-88AD-412D-9ECF-6C776343B195}" srcOrd="0" destOrd="0" presId="urn:microsoft.com/office/officeart/2008/layout/LinedList"/>
    <dgm:cxn modelId="{5C437599-92A9-4A10-AC12-DD51B9C39AB9}" type="presOf" srcId="{D2DA2EC8-E02A-4EE3-A6BB-7CC1F62428D7}" destId="{FFDE53E5-2019-4AB2-9194-BD485053E027}" srcOrd="0" destOrd="0" presId="urn:microsoft.com/office/officeart/2008/layout/LinedList"/>
    <dgm:cxn modelId="{E51A019D-7B25-47D5-8078-577926C29522}" srcId="{45FB8B88-73D2-439F-A04D-E18CC70A77A2}" destId="{BAC5B5C5-9480-42FF-8B7B-E3CEEF224D32}" srcOrd="1" destOrd="0" parTransId="{FFFC8F99-BF5E-497D-917C-6A0C29CCE394}" sibTransId="{6E026467-5FFB-4F4F-A071-46CB27E6BE36}"/>
    <dgm:cxn modelId="{965395B4-F6D6-4223-A09C-756265D21E53}" srcId="{45FB8B88-73D2-439F-A04D-E18CC70A77A2}" destId="{A9287228-3CE0-4641-9AE8-8014B3120A85}" srcOrd="3" destOrd="0" parTransId="{DB058A0B-BE9D-4EBA-BE74-7FEA6FC785B2}" sibTransId="{9ED0C704-4C09-420B-91DF-A811F0A0BBCA}"/>
    <dgm:cxn modelId="{1FE6C7BC-EFA1-4DDC-9650-5F4F99E2E31C}" srcId="{45FB8B88-73D2-439F-A04D-E18CC70A77A2}" destId="{E336ECDC-5527-4782-9118-2BE25C4A4F62}" srcOrd="0" destOrd="0" parTransId="{3680DF23-2852-45FF-88CB-526B5B998313}" sibTransId="{B8763680-6D21-405C-8010-C152379E63EB}"/>
    <dgm:cxn modelId="{4A35E9C7-1835-4AF9-90FB-2655A79E5CCA}" type="presOf" srcId="{45FB8B88-73D2-439F-A04D-E18CC70A77A2}" destId="{9CF998CD-9648-498A-93CB-8E250B794FF6}" srcOrd="0" destOrd="0" presId="urn:microsoft.com/office/officeart/2008/layout/LinedList"/>
    <dgm:cxn modelId="{AAC6FEA0-25BA-458B-8C07-BA6981ADE93A}" type="presParOf" srcId="{9CF998CD-9648-498A-93CB-8E250B794FF6}" destId="{25F5AF02-F2A9-4861-BDB6-B60A6937F6F0}" srcOrd="0" destOrd="0" presId="urn:microsoft.com/office/officeart/2008/layout/LinedList"/>
    <dgm:cxn modelId="{170A57D5-99F7-4CA8-AF19-6E6E22A17828}" type="presParOf" srcId="{9CF998CD-9648-498A-93CB-8E250B794FF6}" destId="{68E2C0C9-0BDE-45E2-B4B8-F32F9C8AF81D}" srcOrd="1" destOrd="0" presId="urn:microsoft.com/office/officeart/2008/layout/LinedList"/>
    <dgm:cxn modelId="{E17255C1-7A7C-4F7A-AC47-CCDD27ABA79A}" type="presParOf" srcId="{68E2C0C9-0BDE-45E2-B4B8-F32F9C8AF81D}" destId="{9BFECF6E-88AD-412D-9ECF-6C776343B195}" srcOrd="0" destOrd="0" presId="urn:microsoft.com/office/officeart/2008/layout/LinedList"/>
    <dgm:cxn modelId="{FE13A186-998C-41F8-B09B-7E1F7FDDC714}" type="presParOf" srcId="{68E2C0C9-0BDE-45E2-B4B8-F32F9C8AF81D}" destId="{E3EEA31D-546D-4C9F-AA3E-5EEFFB9C2C6D}" srcOrd="1" destOrd="0" presId="urn:microsoft.com/office/officeart/2008/layout/LinedList"/>
    <dgm:cxn modelId="{C8A74809-A498-4566-9790-4DEE4C396F61}" type="presParOf" srcId="{9CF998CD-9648-498A-93CB-8E250B794FF6}" destId="{4463434B-E7C5-43A3-AE2C-152907C2CA97}" srcOrd="2" destOrd="0" presId="urn:microsoft.com/office/officeart/2008/layout/LinedList"/>
    <dgm:cxn modelId="{6BF0BDC2-9483-47D4-8754-E661E28C9BA0}" type="presParOf" srcId="{9CF998CD-9648-498A-93CB-8E250B794FF6}" destId="{46D69CAD-3EFA-4034-A4B1-D7FBEB55276E}" srcOrd="3" destOrd="0" presId="urn:microsoft.com/office/officeart/2008/layout/LinedList"/>
    <dgm:cxn modelId="{A73AA003-8232-4C0F-A458-7E7E4CB08DC7}" type="presParOf" srcId="{46D69CAD-3EFA-4034-A4B1-D7FBEB55276E}" destId="{D3B280C7-226B-4D70-BDBD-B3FC79DCEF66}" srcOrd="0" destOrd="0" presId="urn:microsoft.com/office/officeart/2008/layout/LinedList"/>
    <dgm:cxn modelId="{8267C3F9-DC58-4CDF-8C3A-43AC1BED897F}" type="presParOf" srcId="{46D69CAD-3EFA-4034-A4B1-D7FBEB55276E}" destId="{55C1A0FA-881E-464F-9963-122FDC38BE03}" srcOrd="1" destOrd="0" presId="urn:microsoft.com/office/officeart/2008/layout/LinedList"/>
    <dgm:cxn modelId="{377D5286-76B3-4F4E-B442-A52AD8C99832}" type="presParOf" srcId="{9CF998CD-9648-498A-93CB-8E250B794FF6}" destId="{17C15CC4-2824-40CA-B957-C000B3D02DC2}" srcOrd="4" destOrd="0" presId="urn:microsoft.com/office/officeart/2008/layout/LinedList"/>
    <dgm:cxn modelId="{49DD9BD6-C6D0-4DE1-ABC6-E9AD3D18F6CA}" type="presParOf" srcId="{9CF998CD-9648-498A-93CB-8E250B794FF6}" destId="{B9809EDA-BCBE-4346-BC27-EE7B4D6DC92B}" srcOrd="5" destOrd="0" presId="urn:microsoft.com/office/officeart/2008/layout/LinedList"/>
    <dgm:cxn modelId="{4CAD6BE0-6252-41BC-ADCD-3136724DACC8}" type="presParOf" srcId="{B9809EDA-BCBE-4346-BC27-EE7B4D6DC92B}" destId="{FFDE53E5-2019-4AB2-9194-BD485053E027}" srcOrd="0" destOrd="0" presId="urn:microsoft.com/office/officeart/2008/layout/LinedList"/>
    <dgm:cxn modelId="{727B075A-568E-4B18-9124-78E1E7A2F40E}" type="presParOf" srcId="{B9809EDA-BCBE-4346-BC27-EE7B4D6DC92B}" destId="{13300AAC-5547-4930-B361-492E40F4A222}" srcOrd="1" destOrd="0" presId="urn:microsoft.com/office/officeart/2008/layout/LinedList"/>
    <dgm:cxn modelId="{D8322641-7C01-49EC-ADF4-49B3D46B9D8B}" type="presParOf" srcId="{9CF998CD-9648-498A-93CB-8E250B794FF6}" destId="{986F903B-FB77-4907-BDEB-640FE52777EE}" srcOrd="6" destOrd="0" presId="urn:microsoft.com/office/officeart/2008/layout/LinedList"/>
    <dgm:cxn modelId="{127BB883-0826-4122-897B-6BEFA9B112CB}" type="presParOf" srcId="{9CF998CD-9648-498A-93CB-8E250B794FF6}" destId="{2A082CE2-E7D4-4C16-A885-BDA64F57FEF6}" srcOrd="7" destOrd="0" presId="urn:microsoft.com/office/officeart/2008/layout/LinedList"/>
    <dgm:cxn modelId="{00FF0C03-6775-47E1-9D78-9D1298F1FC86}" type="presParOf" srcId="{2A082CE2-E7D4-4C16-A885-BDA64F57FEF6}" destId="{4293F959-E7EF-42E8-B799-43B00335CB54}" srcOrd="0" destOrd="0" presId="urn:microsoft.com/office/officeart/2008/layout/LinedList"/>
    <dgm:cxn modelId="{A50B7109-63E8-4379-8051-E2B48944A893}" type="presParOf" srcId="{2A082CE2-E7D4-4C16-A885-BDA64F57FEF6}" destId="{50FBF407-3735-41A2-B1D9-ECE3EF47C0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1B17C-A390-4FDB-A53A-9C819442A8C6}">
      <dsp:nvSpPr>
        <dsp:cNvPr id="0" name=""/>
        <dsp:cNvSpPr/>
      </dsp:nvSpPr>
      <dsp:spPr>
        <a:xfrm>
          <a:off x="821904" y="812353"/>
          <a:ext cx="1257517" cy="12575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3AAE8-308F-4A8D-B16C-A373B3C255B0}">
      <dsp:nvSpPr>
        <dsp:cNvPr id="0" name=""/>
        <dsp:cNvSpPr/>
      </dsp:nvSpPr>
      <dsp:spPr>
        <a:xfrm>
          <a:off x="1089899" y="1080348"/>
          <a:ext cx="721526" cy="721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1D7B6-AD59-42F4-BA7E-B5ACA8B9AC90}">
      <dsp:nvSpPr>
        <dsp:cNvPr id="0" name=""/>
        <dsp:cNvSpPr/>
      </dsp:nvSpPr>
      <dsp:spPr>
        <a:xfrm>
          <a:off x="419911" y="2461556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Very high speed network</a:t>
          </a:r>
        </a:p>
      </dsp:txBody>
      <dsp:txXfrm>
        <a:off x="419911" y="2461556"/>
        <a:ext cx="2061504" cy="720000"/>
      </dsp:txXfrm>
    </dsp:sp>
    <dsp:sp modelId="{131E8150-748B-497F-AF9C-06037EDCFD34}">
      <dsp:nvSpPr>
        <dsp:cNvPr id="0" name=""/>
        <dsp:cNvSpPr/>
      </dsp:nvSpPr>
      <dsp:spPr>
        <a:xfrm>
          <a:off x="3244171" y="812353"/>
          <a:ext cx="1257517" cy="12575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A6D7E-A488-4017-80EB-E3279239CA3F}">
      <dsp:nvSpPr>
        <dsp:cNvPr id="0" name=""/>
        <dsp:cNvSpPr/>
      </dsp:nvSpPr>
      <dsp:spPr>
        <a:xfrm>
          <a:off x="3512167" y="1080348"/>
          <a:ext cx="721526" cy="721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0D470-961C-4DB6-BB9B-C6921AB13366}">
      <dsp:nvSpPr>
        <dsp:cNvPr id="0" name=""/>
        <dsp:cNvSpPr/>
      </dsp:nvSpPr>
      <dsp:spPr>
        <a:xfrm>
          <a:off x="2842178" y="2461556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Used in ADAS systems</a:t>
          </a:r>
        </a:p>
      </dsp:txBody>
      <dsp:txXfrm>
        <a:off x="2842178" y="2461556"/>
        <a:ext cx="2061504" cy="720000"/>
      </dsp:txXfrm>
    </dsp:sp>
    <dsp:sp modelId="{546E0368-546E-474E-9A2D-339F5DE8EAB9}">
      <dsp:nvSpPr>
        <dsp:cNvPr id="0" name=""/>
        <dsp:cNvSpPr/>
      </dsp:nvSpPr>
      <dsp:spPr>
        <a:xfrm>
          <a:off x="5666438" y="812353"/>
          <a:ext cx="1257517" cy="125751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D97B8-08FD-4EA5-9130-8EB2153CEE04}">
      <dsp:nvSpPr>
        <dsp:cNvPr id="0" name=""/>
        <dsp:cNvSpPr/>
      </dsp:nvSpPr>
      <dsp:spPr>
        <a:xfrm>
          <a:off x="5934434" y="1080348"/>
          <a:ext cx="721526" cy="721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EA576-811F-42AF-B75F-20BA5D5C5ECF}">
      <dsp:nvSpPr>
        <dsp:cNvPr id="0" name=""/>
        <dsp:cNvSpPr/>
      </dsp:nvSpPr>
      <dsp:spPr>
        <a:xfrm>
          <a:off x="5264445" y="2461556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Supports cameras &amp; sensors</a:t>
          </a:r>
        </a:p>
      </dsp:txBody>
      <dsp:txXfrm>
        <a:off x="5264445" y="2461556"/>
        <a:ext cx="2061504" cy="720000"/>
      </dsp:txXfrm>
    </dsp:sp>
    <dsp:sp modelId="{2FDA3C4B-AC7A-4070-A6EB-469CEEEB97D0}">
      <dsp:nvSpPr>
        <dsp:cNvPr id="0" name=""/>
        <dsp:cNvSpPr/>
      </dsp:nvSpPr>
      <dsp:spPr>
        <a:xfrm>
          <a:off x="8088706" y="812353"/>
          <a:ext cx="1257517" cy="125751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BBFEF6-3DB1-45C4-9F5A-6A9E5505C542}">
      <dsp:nvSpPr>
        <dsp:cNvPr id="0" name=""/>
        <dsp:cNvSpPr/>
      </dsp:nvSpPr>
      <dsp:spPr>
        <a:xfrm>
          <a:off x="8356701" y="1080348"/>
          <a:ext cx="721526" cy="7215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F511D-01F0-4C6E-B8D0-2DACACD4AE47}">
      <dsp:nvSpPr>
        <dsp:cNvPr id="0" name=""/>
        <dsp:cNvSpPr/>
      </dsp:nvSpPr>
      <dsp:spPr>
        <a:xfrm>
          <a:off x="7686712" y="2461556"/>
          <a:ext cx="2061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Acts as backbone network</a:t>
          </a:r>
        </a:p>
      </dsp:txBody>
      <dsp:txXfrm>
        <a:off x="7686712" y="2461556"/>
        <a:ext cx="206150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02235-0B67-4ED1-9363-0E9948E0E8A9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34C9D-F139-4144-97BE-74167970953F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98090-0768-4A19-BBDC-967637893303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Connects all ECUs</a:t>
          </a:r>
        </a:p>
      </dsp:txBody>
      <dsp:txXfrm>
        <a:off x="1796691" y="8195"/>
        <a:ext cx="3120653" cy="1323913"/>
      </dsp:txXfrm>
    </dsp:sp>
    <dsp:sp modelId="{3725F5A8-CE0D-44A3-AB31-57FFDBFE86B1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3A7E0-B270-426B-9F5D-4D50B041C88D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3BB67-3200-4707-A686-7A764BCB0D2A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Allows data flow</a:t>
          </a:r>
        </a:p>
      </dsp:txBody>
      <dsp:txXfrm>
        <a:off x="7068704" y="8195"/>
        <a:ext cx="3120653" cy="1323913"/>
      </dsp:txXfrm>
    </dsp:sp>
    <dsp:sp modelId="{C1ACEC8D-3FDF-4333-929C-E8B1BB2749D2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216D7-D7B0-4ABC-A20B-674970876FDA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7B45B-8F2B-4901-A9C5-951C2AFCC73F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Uses CAN, LIN, Ethernet</a:t>
          </a:r>
        </a:p>
      </dsp:txBody>
      <dsp:txXfrm>
        <a:off x="1796691" y="1877792"/>
        <a:ext cx="3120653" cy="1323913"/>
      </dsp:txXfrm>
    </dsp:sp>
    <dsp:sp modelId="{852B8725-22A9-43C6-BB9C-88542407FDAD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3170F-5E60-405E-9EE5-D88152784080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80D79-055B-41BD-8C82-4BF01A561477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Ensures proper vehicle operation</a:t>
          </a:r>
        </a:p>
      </dsp:txBody>
      <dsp:txXfrm>
        <a:off x="7068704" y="1877792"/>
        <a:ext cx="3120653" cy="13239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5AF02-F2A9-4861-BDB6-B60A6937F6F0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ECF6E-88AD-412D-9ECF-6C776343B195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Point-to-Point</a:t>
          </a:r>
          <a:r>
            <a:rPr lang="en-GB" sz="2400" kern="1200"/>
            <a:t> → One device connected to one device </a:t>
          </a:r>
          <a:endParaRPr lang="en-US" sz="2400" kern="1200"/>
        </a:p>
      </dsp:txBody>
      <dsp:txXfrm>
        <a:off x="0" y="0"/>
        <a:ext cx="10515600" cy="1087834"/>
      </dsp:txXfrm>
    </dsp:sp>
    <dsp:sp modelId="{4463434B-E7C5-43A3-AE2C-152907C2CA9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280C7-226B-4D70-BDBD-B3FC79DCEF6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Bus / Multi-drop</a:t>
          </a:r>
          <a:r>
            <a:rPr lang="en-GB" sz="2400" kern="1200"/>
            <a:t> → Multiple ECUs connected on same line (e.g., CAN) </a:t>
          </a:r>
          <a:endParaRPr lang="en-US" sz="2400" kern="1200"/>
        </a:p>
      </dsp:txBody>
      <dsp:txXfrm>
        <a:off x="0" y="1087834"/>
        <a:ext cx="10515600" cy="1087834"/>
      </dsp:txXfrm>
    </dsp:sp>
    <dsp:sp modelId="{17C15CC4-2824-40CA-B957-C000B3D02DC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E53E5-2019-4AB2-9194-BD485053E027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Ring</a:t>
          </a:r>
          <a:r>
            <a:rPr lang="en-GB" sz="2400" kern="1200"/>
            <a:t> → ECUs connected in circular form </a:t>
          </a:r>
          <a:endParaRPr lang="en-US" sz="2400" kern="1200"/>
        </a:p>
      </dsp:txBody>
      <dsp:txXfrm>
        <a:off x="0" y="2175669"/>
        <a:ext cx="10515600" cy="1087834"/>
      </dsp:txXfrm>
    </dsp:sp>
    <dsp:sp modelId="{986F903B-FB77-4907-BDEB-640FE52777EE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3F959-E7EF-42E8-B799-43B00335CB54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Star</a:t>
          </a:r>
          <a:r>
            <a:rPr lang="en-GB" sz="2400" kern="1200"/>
            <a:t> → All ECUs connected to a central unit</a:t>
          </a:r>
          <a:endParaRPr lang="en-US" sz="2400" kern="1200"/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FE84-ECC9-DCAE-3AE9-7DB5BCA62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347F1-818A-962B-F8BF-415DAD21F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EF55C-C674-2AC1-3804-FE4AC4BA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D60C0-ECD4-660A-2C13-099610DC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69E43-78ED-1297-2C55-25073518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2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B1D2-A05B-B7A7-9619-8A76C609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1499-1BE7-96E4-D171-999F62FC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C9EB8-0FEC-5F8F-56E0-D8EA7B3E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C3969-8172-1B6B-A535-3578A876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AFBA9-1120-81F2-65F5-1E457B5E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4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3082-746D-EA67-81DF-F9CA1DFE9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83AB1-FCC2-85AE-6997-6D7EC7BEE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E8369-4DBF-38A9-D55E-5F2436C3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EB393-4315-B124-93DA-1D0034BC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5AD51-0EE3-7445-997E-58FDFC28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63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5130-B6C7-A385-9559-AE5D8E4B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FDEA-7A77-6082-CC32-9645A4326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4764F-6BCF-9401-FEC6-41C7091A7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A9FDA-CDF4-45EC-09AB-4195D535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80992-C67B-0F49-F712-8B4E4A60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EE26-B430-FCB6-DAAA-691561BE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04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DC42-E1E5-D6B2-ED83-626D7670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0A01D-E8F3-D08F-BF85-43ABB0DC4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F7475-4AA2-C5E1-24FA-E276068E5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9F1216-731A-C932-5ECB-D2AC4ECF9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F0E45-6870-005A-7569-FEFD4565D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98B53-5AAE-2815-6F95-B439483B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51A91B-527E-FE13-8421-BD811BAD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5E384-B69C-20F7-C342-83A1EF99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6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892D-87F5-9627-3BB1-2E2D597A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FD04C-49F5-C875-6CEE-AAC3D0F00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9CCC1-A4D8-C8CE-BBC6-DED36C31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B29DA-4D5D-9054-F2CD-E38728CE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92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470FD-357A-027E-C0AA-BA6FB17D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77F97-2343-D69B-C03E-A9AFA7D6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95DBC-C6B0-366E-C885-55442C54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17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12ED-48AC-1C7D-646D-81BC007F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41B4-4CCE-6BD3-3394-0D3FEC4A1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77F8F-18AE-989C-1C9B-90E3411F1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3EEE-28D7-3256-94E7-1F277947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C9227-134D-2659-DBB9-FCCC1DC5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5315-B1A6-2D24-3E0D-B0041D22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0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5FC4-2EC2-9EED-717F-5B984407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82E6A-2349-1AB5-740E-4E64BC98C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7BEEE-1A34-972D-5680-477302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B6CC4-2E98-5C10-4D70-E17E1FF8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11766-87CD-B8DC-BBB2-6C95E3AF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D5F71-E147-A49D-EF62-4503882F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67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2CE1-2B1A-ACFF-9495-B7795BBE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EB3E3-2D0A-51FB-6397-95E4F3A2C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AF719-5DBA-E9C3-896A-0DF33290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1F9F3-2571-A531-E4A0-41D883A6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0DE67-92B0-E4A4-820C-97537F44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8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9BED4-BD40-FDFE-2FDE-3E2353470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BCFFA-D77E-A3E5-0E90-366ABB6B8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F8F5C-C288-DC21-CDF0-6A20F7308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B0AA6-1AAD-5A1B-734F-90F8A3FD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4BFBB-D4F9-0FEE-0124-717031C7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2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597D4-5036-2242-8F0E-C938D8FB7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425AF-8DDD-3AED-E953-2C4591D42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DAD0-025C-9ABB-0437-93E3974C7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E590E-379C-4726-BA99-B1D32340C5C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61641-EE3E-F3C4-BE16-9B587B4D4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F3551-AD38-60D4-D5E1-9EBD3D378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63889-F3F2-46BD-921A-84FEB637D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19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800"/>
              <a:t>Automotive Protocols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700"/>
              <a:t>Protocols = communication rules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C91A38B1-6A60-8F32-9D52-DA7B12541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02690"/>
            <a:ext cx="6922008" cy="41532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CAN Protocol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Developed by Bosch</a:t>
            </a:r>
          </a:p>
          <a:p>
            <a:r>
              <a:rPr lang="en-US" sz="2200"/>
              <a:t>Used for communication between ECUs in a vehicle</a:t>
            </a:r>
            <a:br>
              <a:rPr lang="en-US" sz="2200"/>
            </a:br>
            <a:endParaRPr lang="en-US" sz="2200"/>
          </a:p>
          <a:p>
            <a:pPr marL="0" indent="0">
              <a:buNone/>
            </a:pPr>
            <a:r>
              <a:rPr lang="en-US" sz="2200" b="1"/>
              <a:t>Key Features :</a:t>
            </a:r>
          </a:p>
          <a:p>
            <a:r>
              <a:rPr lang="en-US" sz="2200"/>
              <a:t>Multi-master communication → Any ECU can send data</a:t>
            </a:r>
          </a:p>
          <a:p>
            <a:r>
              <a:rPr lang="en-US" sz="2200"/>
              <a:t>Real-time communication → Fast response for important data</a:t>
            </a:r>
          </a:p>
          <a:p>
            <a:r>
              <a:rPr lang="en-US" sz="2200"/>
              <a:t>Error detection → Identifies and handles communication errors</a:t>
            </a:r>
          </a:p>
          <a:p>
            <a:r>
              <a:rPr lang="en-US" sz="2200"/>
              <a:t>High reliability → Safe and reliable for critical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800"/>
              <a:t>CAN Bus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4" y="2718054"/>
            <a:ext cx="3885220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 dirty="0"/>
              <a:t>CAN Bus is a network that connects all ECUs in a vehicle</a:t>
            </a:r>
          </a:p>
          <a:p>
            <a:r>
              <a:rPr lang="en-GB" sz="1700" dirty="0"/>
              <a:t>It uses 2 wires: CAN High and CAN Low</a:t>
            </a:r>
          </a:p>
          <a:p>
            <a:r>
              <a:rPr lang="en-GB" sz="1700" dirty="0"/>
              <a:t>It allows ECUs to share data with each other</a:t>
            </a:r>
          </a:p>
          <a:p>
            <a:r>
              <a:rPr lang="en-GB" sz="1700" dirty="0"/>
              <a:t>It provides reliable communication</a:t>
            </a:r>
          </a:p>
          <a:p>
            <a:pPr marL="0" indent="0">
              <a:buNone/>
            </a:pPr>
            <a:endParaRPr lang="en-GB" sz="1700" b="1" dirty="0"/>
          </a:p>
          <a:p>
            <a:endParaRPr lang="en-GB" sz="1700" dirty="0"/>
          </a:p>
        </p:txBody>
      </p:sp>
      <p:pic>
        <p:nvPicPr>
          <p:cNvPr id="4" name="Picture 3" descr="A diagram of a speed voltage level&#10;&#10;AI-generated content may be incorrect.">
            <a:extLst>
              <a:ext uri="{FF2B5EF4-FFF2-40B4-BE49-F238E27FC236}">
                <a16:creationId xmlns:a16="http://schemas.microsoft.com/office/drawing/2014/main" id="{2FBED224-9477-2CA8-86B6-AC755AD20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18010"/>
            <a:ext cx="6922008" cy="3322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CAN Message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CAN message is the data sent on the CAN network</a:t>
            </a:r>
          </a:p>
          <a:p>
            <a:r>
              <a:rPr lang="en-US" sz="2000"/>
              <a:t>It contains ID and actual data</a:t>
            </a:r>
          </a:p>
          <a:p>
            <a:r>
              <a:rPr lang="en-US" sz="2000"/>
              <a:t>All ECUs can read the message</a:t>
            </a:r>
          </a:p>
          <a:p>
            <a:r>
              <a:rPr lang="en-US" sz="2000"/>
              <a:t>Important messages are given higher priority</a:t>
            </a:r>
          </a:p>
          <a:p>
            <a:pPr marL="0" indent="0">
              <a:buNone/>
            </a:pPr>
            <a:r>
              <a:rPr lang="en-GB" sz="2000" b="1"/>
              <a:t>Types of CAN Messages :</a:t>
            </a:r>
          </a:p>
          <a:p>
            <a:r>
              <a:rPr lang="en-US" sz="2000"/>
              <a:t>Data Frame – used to send actual data</a:t>
            </a:r>
          </a:p>
          <a:p>
            <a:r>
              <a:rPr lang="en-US" sz="2000"/>
              <a:t>Remote Frame – used to request data</a:t>
            </a:r>
          </a:p>
          <a:p>
            <a:r>
              <a:rPr lang="en-US" sz="2000"/>
              <a:t>Error Frame – shows communication error</a:t>
            </a:r>
            <a:endParaRPr lang="en-GB" sz="2000"/>
          </a:p>
          <a:p>
            <a:r>
              <a:rPr lang="en-US" sz="2000"/>
              <a:t>Overload Frame – adds delay if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800" dirty="0"/>
              <a:t>CAN Data Frame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316" y="476820"/>
            <a:ext cx="7964971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600" dirty="0"/>
              <a:t>Data frame is the most common CAN message used to send real data between ECUs</a:t>
            </a:r>
          </a:p>
          <a:p>
            <a:r>
              <a:rPr lang="en-GB" sz="1600" dirty="0"/>
              <a:t>It has these main parts:</a:t>
            </a:r>
          </a:p>
          <a:p>
            <a:pPr marL="0" indent="0">
              <a:buNone/>
            </a:pPr>
            <a:r>
              <a:rPr lang="en-GB" sz="1600" dirty="0"/>
              <a:t> Arbitration Field – decides priority of message</a:t>
            </a:r>
          </a:p>
          <a:p>
            <a:pPr marL="0" indent="0">
              <a:buNone/>
            </a:pPr>
            <a:r>
              <a:rPr lang="en-GB" sz="1600" dirty="0"/>
              <a:t> Data Field – contains actual data (0 to 8 bytes)</a:t>
            </a:r>
          </a:p>
          <a:p>
            <a:pPr marL="0" indent="0">
              <a:buNone/>
            </a:pPr>
            <a:r>
              <a:rPr lang="en-GB" sz="1600" dirty="0"/>
              <a:t> CRC Field – checks for errors</a:t>
            </a:r>
          </a:p>
          <a:p>
            <a:pPr marL="0" indent="0">
              <a:buNone/>
            </a:pPr>
            <a:r>
              <a:rPr lang="en-GB" sz="1600" dirty="0"/>
              <a:t> Acknowledgement – receiver confirms message received</a:t>
            </a:r>
          </a:p>
          <a:p>
            <a:r>
              <a:rPr lang="en-GB" sz="1600" dirty="0"/>
              <a:t>If no acknowledgement is received, message is sent again</a:t>
            </a:r>
          </a:p>
        </p:txBody>
      </p:sp>
      <p:pic>
        <p:nvPicPr>
          <p:cNvPr id="4" name="Picture 3" descr="A diagram of data frame&#10;&#10;AI-generated content may be incorrect.">
            <a:extLst>
              <a:ext uri="{FF2B5EF4-FFF2-40B4-BE49-F238E27FC236}">
                <a16:creationId xmlns:a16="http://schemas.microsoft.com/office/drawing/2014/main" id="{31F5C13E-5DAC-565F-CACD-2177D56D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38" y="3783271"/>
            <a:ext cx="10402098" cy="2134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5DBE1-7887-A4D7-9C72-24DB6870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/>
              <a:t>Arbitration Process</a:t>
            </a:r>
            <a:endParaRPr lang="en-US" sz="4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2A09-5346-CA3E-95FE-6491928E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GB" sz="2200" b="1"/>
          </a:p>
          <a:p>
            <a:r>
              <a:rPr lang="en-GB" sz="2200"/>
              <a:t>Multiple ECUs can send messages at the same time</a:t>
            </a:r>
          </a:p>
          <a:p>
            <a:r>
              <a:rPr lang="en-GB" sz="2200"/>
              <a:t>Each message has an Identifier (ID)</a:t>
            </a:r>
          </a:p>
          <a:p>
            <a:r>
              <a:rPr lang="en-GB" sz="2200"/>
              <a:t>Lower ID = Higher priority</a:t>
            </a:r>
          </a:p>
          <a:p>
            <a:r>
              <a:rPr lang="en-GB" sz="2200"/>
              <a:t>The message with highest priority continues</a:t>
            </a:r>
          </a:p>
          <a:p>
            <a:r>
              <a:rPr lang="en-GB" sz="2200"/>
              <a:t>Other ECUs stop and try again later</a:t>
            </a:r>
          </a:p>
          <a:p>
            <a:r>
              <a:rPr lang="en-GB" sz="2200"/>
              <a:t>This avoids collision and ensures smooth communication</a:t>
            </a:r>
          </a:p>
          <a:p>
            <a:endParaRPr lang="en-GB" sz="22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EA9A4-210F-5082-4A9D-764E92E3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3C3D1-1329-C76C-0378-1D834F62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96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800"/>
              <a:t>CAN FD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623" y="2854072"/>
            <a:ext cx="4161282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 dirty="0"/>
              <a:t>CAN FD is the advanced version of CAN</a:t>
            </a:r>
          </a:p>
          <a:p>
            <a:r>
              <a:rPr lang="en-GB" sz="1700" dirty="0"/>
              <a:t>It is faster than CAN</a:t>
            </a:r>
          </a:p>
          <a:p>
            <a:r>
              <a:rPr lang="en-GB" sz="1700" dirty="0"/>
              <a:t>It can send more data in one message</a:t>
            </a:r>
          </a:p>
          <a:p>
            <a:r>
              <a:rPr lang="en-GB" sz="1700" dirty="0"/>
              <a:t>It is used in modern vehicles</a:t>
            </a:r>
          </a:p>
          <a:p>
            <a:pPr marL="0" indent="0">
              <a:buNone/>
            </a:pPr>
            <a:endParaRPr lang="en-GB" sz="1700" b="1" dirty="0">
              <a:latin typeface="Segoe UI"/>
              <a:cs typeface="Segoe UI"/>
            </a:endParaRPr>
          </a:p>
        </p:txBody>
      </p:sp>
      <p:pic>
        <p:nvPicPr>
          <p:cNvPr id="4" name="Picture 3" descr="CAN FD Protocol Tutorial - Kvaser - Advanced CAN Solutions">
            <a:extLst>
              <a:ext uri="{FF2B5EF4-FFF2-40B4-BE49-F238E27FC236}">
                <a16:creationId xmlns:a16="http://schemas.microsoft.com/office/drawing/2014/main" id="{91506521-6B84-DB6F-EC0E-37563C3C4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47" r="-191" b="-398"/>
          <a:stretch>
            <a:fillRect/>
          </a:stretch>
        </p:blipFill>
        <p:spPr>
          <a:xfrm>
            <a:off x="4901184" y="1814055"/>
            <a:ext cx="6922008" cy="3330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LIN Protocol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/>
              <a:t>LIN is a simple and low-cost communication protocol</a:t>
            </a:r>
          </a:p>
          <a:p>
            <a:r>
              <a:rPr lang="en-GB" sz="2200"/>
              <a:t>It uses 1 master and multiple slave nodes</a:t>
            </a:r>
          </a:p>
          <a:p>
            <a:r>
              <a:rPr lang="en-GB" sz="2200"/>
              <a:t>Works on single wire + ground</a:t>
            </a:r>
          </a:p>
          <a:p>
            <a:r>
              <a:rPr lang="en-GB" sz="2200"/>
              <a:t>Speed: 1 kbps to 20 kbps (slow)</a:t>
            </a:r>
          </a:p>
          <a:p>
            <a:r>
              <a:rPr lang="en-GB" sz="2200"/>
              <a:t>Used in windows, mirrors, seats</a:t>
            </a:r>
          </a:p>
          <a:p>
            <a:r>
              <a:rPr lang="en-GB" sz="2200"/>
              <a:t>Supports simple data communication</a:t>
            </a:r>
          </a:p>
          <a:p>
            <a:r>
              <a:rPr lang="en-GB" sz="2200"/>
              <a:t>Maximum wire length is about 40 meters</a:t>
            </a:r>
          </a:p>
          <a:p>
            <a:r>
              <a:rPr lang="en-GB" sz="2200"/>
              <a:t>Less reliable than CAN, but easy to use and low cost</a:t>
            </a:r>
            <a:endParaRPr lang="en-GB" sz="2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C5721-F2E0-2E09-CA82-927F651B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/>
              <a:t>LIN Frame  Types</a:t>
            </a:r>
            <a:endParaRPr lang="en-US" sz="4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5CD00-6879-8455-33B6-1FB9EFAA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GB" sz="2200" b="1"/>
          </a:p>
          <a:p>
            <a:r>
              <a:rPr lang="en-GB" sz="2200"/>
              <a:t>Unconditional → Normal communication</a:t>
            </a:r>
          </a:p>
          <a:p>
            <a:r>
              <a:rPr lang="en-GB" sz="2200"/>
              <a:t>Event-Triggered → Sent when data changes</a:t>
            </a:r>
          </a:p>
          <a:p>
            <a:r>
              <a:rPr lang="en-GB" sz="2200"/>
              <a:t>Sporadic → Sent by master when needed</a:t>
            </a:r>
          </a:p>
          <a:p>
            <a:r>
              <a:rPr lang="en-GB" sz="2200"/>
              <a:t>Diagnostic → Used for fault checking</a:t>
            </a:r>
          </a:p>
          <a:p>
            <a:r>
              <a:rPr lang="en-GB" sz="2200"/>
              <a:t>User-Defined → Custom frame</a:t>
            </a:r>
          </a:p>
          <a:p>
            <a:r>
              <a:rPr lang="en-GB" sz="2200"/>
              <a:t>Reserved → For future use</a:t>
            </a:r>
          </a:p>
          <a:p>
            <a:endParaRPr lang="en-GB" sz="2200"/>
          </a:p>
          <a:p>
            <a:endParaRPr lang="en-GB" sz="2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44C5E-54DC-63C5-1CD3-E0457C9B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9CB497-6011-46E1-A599-416C60E8034B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5/25/2026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C066-563C-5D07-508F-2FA98729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D0BFE-D087-1CA3-DE36-04D78CDF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44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CAN vs LIN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89E717-4B81-906A-9D0D-CE9295047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08843"/>
              </p:ext>
            </p:extLst>
          </p:nvPr>
        </p:nvGraphicFramePr>
        <p:xfrm>
          <a:off x="1115568" y="2547195"/>
          <a:ext cx="10168129" cy="3438981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581256">
                  <a:extLst>
                    <a:ext uri="{9D8B030D-6E8A-4147-A177-3AD203B41FA5}">
                      <a16:colId xmlns:a16="http://schemas.microsoft.com/office/drawing/2014/main" val="1615437184"/>
                    </a:ext>
                  </a:extLst>
                </a:gridCol>
                <a:gridCol w="3932251">
                  <a:extLst>
                    <a:ext uri="{9D8B030D-6E8A-4147-A177-3AD203B41FA5}">
                      <a16:colId xmlns:a16="http://schemas.microsoft.com/office/drawing/2014/main" val="3573022019"/>
                    </a:ext>
                  </a:extLst>
                </a:gridCol>
                <a:gridCol w="3654622">
                  <a:extLst>
                    <a:ext uri="{9D8B030D-6E8A-4147-A177-3AD203B41FA5}">
                      <a16:colId xmlns:a16="http://schemas.microsoft.com/office/drawing/2014/main" val="4083140966"/>
                    </a:ext>
                  </a:extLst>
                </a:gridCol>
              </a:tblGrid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Feature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CAN (Controller Area Network)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/>
                        <a:t>LIN (Local Interconnect Network)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2363086703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Speed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Fast (up to 1 Mbps)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Slow (up to 20 kbps)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3986720358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Cost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Higher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Low cost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2565407340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Complexity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Complex system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Simple system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4161042414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Communication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Multi-master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One master, multiple slaves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3604906766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Wires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Two wires (CAN High, CAN Low)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Single wire + ground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2971344136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Use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Engine, braking systems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Windows, mirrors, seats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358147355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Reliability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High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Lower than CAN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1721017242"/>
                  </a:ext>
                </a:extLst>
              </a:tr>
              <a:tr h="38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Data Handling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Handles critical data</a:t>
                      </a:r>
                    </a:p>
                  </a:txBody>
                  <a:tcPr marL="86843" marR="86843" marT="43421" marB="43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/>
                        <a:t>Handles simple data</a:t>
                      </a:r>
                    </a:p>
                  </a:txBody>
                  <a:tcPr marL="86843" marR="86843" marT="43421" marB="43421" anchor="ctr"/>
                </a:tc>
                <a:extLst>
                  <a:ext uri="{0D108BD9-81ED-4DB2-BD59-A6C34878D82A}">
                    <a16:rowId xmlns:a16="http://schemas.microsoft.com/office/drawing/2014/main" val="3278385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Automotive Ethernet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117E4D1-02F4-3E38-3272-C19C047AB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876370"/>
              </p:ext>
            </p:extLst>
          </p:nvPr>
        </p:nvGraphicFramePr>
        <p:xfrm>
          <a:off x="1115568" y="2269730"/>
          <a:ext cx="10168128" cy="3993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Tools: CANoe &amp; CANalyzer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1700" dirty="0"/>
              <a:t>Used for testing and </a:t>
            </a:r>
            <a:r>
              <a:rPr lang="en-GB" sz="1700" dirty="0" err="1"/>
              <a:t>analyzing</a:t>
            </a:r>
            <a:r>
              <a:rPr lang="en-GB" sz="1700" dirty="0"/>
              <a:t> CAN communication</a:t>
            </a:r>
          </a:p>
          <a:p>
            <a:r>
              <a:rPr lang="en-GB" sz="1700" dirty="0"/>
              <a:t>Widely used in the automotive industry</a:t>
            </a:r>
          </a:p>
          <a:p>
            <a:pPr marL="0" indent="0">
              <a:buNone/>
            </a:pPr>
            <a:r>
              <a:rPr lang="en-GB" sz="1700" b="1" dirty="0"/>
              <a:t>CANalyzer : </a:t>
            </a:r>
          </a:p>
          <a:p>
            <a:r>
              <a:rPr lang="en-GB" sz="1700" dirty="0"/>
              <a:t>Used to capture and </a:t>
            </a:r>
            <a:r>
              <a:rPr lang="en-GB" sz="1700" dirty="0" err="1"/>
              <a:t>analyze</a:t>
            </a:r>
            <a:r>
              <a:rPr lang="en-GB" sz="1700" dirty="0"/>
              <a:t> CAN messages</a:t>
            </a:r>
          </a:p>
          <a:p>
            <a:r>
              <a:rPr lang="en-GB" sz="1700" dirty="0"/>
              <a:t>Helps monitor real-time communication</a:t>
            </a:r>
          </a:p>
          <a:p>
            <a:r>
              <a:rPr lang="en-GB" sz="1700" dirty="0"/>
              <a:t>Used for debugging issues</a:t>
            </a:r>
          </a:p>
          <a:p>
            <a:pPr marL="0" indent="0">
              <a:buNone/>
            </a:pPr>
            <a:r>
              <a:rPr lang="en-GB" sz="1700" b="1" dirty="0" err="1"/>
              <a:t>CANoe</a:t>
            </a:r>
            <a:r>
              <a:rPr lang="en-GB" sz="1700" b="1" dirty="0"/>
              <a:t> : </a:t>
            </a:r>
          </a:p>
          <a:p>
            <a:r>
              <a:rPr lang="en-GB" sz="1700" dirty="0"/>
              <a:t>Used for simulation and testing of ECUs</a:t>
            </a:r>
          </a:p>
          <a:p>
            <a:r>
              <a:rPr lang="en-GB" sz="1700" dirty="0"/>
              <a:t>Supports network simulation and diagnostics</a:t>
            </a:r>
          </a:p>
          <a:p>
            <a:r>
              <a:rPr lang="en-GB" sz="1700" dirty="0"/>
              <a:t>Helps in validation of complete system</a:t>
            </a:r>
          </a:p>
          <a:p>
            <a:endParaRPr lang="en-GB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IN" sz="3400"/>
              <a:t>UDS (Diagnostics)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GB" sz="1800"/>
              <a:t>Unified Diagnostic Services</a:t>
            </a:r>
          </a:p>
          <a:p>
            <a:r>
              <a:rPr lang="en-GB" sz="1800"/>
              <a:t>Used to detect vehicle issues</a:t>
            </a:r>
          </a:p>
          <a:p>
            <a:r>
              <a:rPr lang="en-GB" sz="1800"/>
              <a:t>Supports firmware update</a:t>
            </a:r>
          </a:p>
          <a:p>
            <a:r>
              <a:rPr lang="en-GB" sz="1800"/>
              <a:t>Used by service engineers</a:t>
            </a:r>
          </a:p>
        </p:txBody>
      </p:sp>
      <p:pic>
        <p:nvPicPr>
          <p:cNvPr id="4" name="Graphic 3" descr="UDS Protocol Service Requests">
            <a:extLst>
              <a:ext uri="{FF2B5EF4-FFF2-40B4-BE49-F238E27FC236}">
                <a16:creationId xmlns:a16="http://schemas.microsoft.com/office/drawing/2014/main" id="{9723A775-97D1-D34B-DB59-4F5826DF0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87166-CABA-29D4-A2B0-EF358B28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AC971-A1D0-4198-BAFF-7A2D0F6248EC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4AEF-BF28-2C25-669D-7AC7205B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D4287-C6C6-DE9A-363F-8FC253A0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 descr="A black screen with blue and orange squares&#10;&#10;AI-generated content may be incorrect.">
            <a:extLst>
              <a:ext uri="{FF2B5EF4-FFF2-40B4-BE49-F238E27FC236}">
                <a16:creationId xmlns:a16="http://schemas.microsoft.com/office/drawing/2014/main" id="{947EAF7B-AD6D-6214-4CF9-586168B8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876489"/>
            <a:ext cx="8220592" cy="5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48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ue cable with text overlay&#10;&#10;AI-generated content may be incorrect.">
            <a:extLst>
              <a:ext uri="{FF2B5EF4-FFF2-40B4-BE49-F238E27FC236}">
                <a16:creationId xmlns:a16="http://schemas.microsoft.com/office/drawing/2014/main" id="{07BB44BC-C4E8-72BD-D04A-0C73D9254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246"/>
          <a:stretch>
            <a:fillRect/>
          </a:stretch>
        </p:blipFill>
        <p:spPr>
          <a:xfrm>
            <a:off x="892629" y="914399"/>
            <a:ext cx="10844477" cy="45284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EFFB0-FC09-7BE5-1105-4B27BE13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59D9-1CD2-4816-B6F3-35BB221A9954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6EBDB-BE61-3B7F-DDC4-86F367D9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4B38-2E7D-DA81-58C1-0D6D112D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3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DDBF-7929-055D-A556-58444DD8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UDS Message structure</a:t>
            </a:r>
          </a:p>
        </p:txBody>
      </p:sp>
      <p:pic>
        <p:nvPicPr>
          <p:cNvPr id="7" name="Content Placeholder 6" descr="Unified Diagnostic Services on CAN bus Frame Structure">
            <a:extLst>
              <a:ext uri="{FF2B5EF4-FFF2-40B4-BE49-F238E27FC236}">
                <a16:creationId xmlns:a16="http://schemas.microsoft.com/office/drawing/2014/main" id="{1ECFBDAD-9F94-E7B2-0DF2-78CE252E2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331" y="2579509"/>
            <a:ext cx="10141864" cy="22537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FF7FE-CC73-8F22-D33D-62B44A63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8044A-2C1F-4B97-9512-6D923735F050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E276E-2A7C-F26D-64B8-BB9C1963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D938E-A1A5-3E73-26D2-FF0430BC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2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Automotive Networking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6214017-518F-A868-C3A8-110886B63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73425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9F85-2225-FDE7-A9F7-3D9DC9C7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3686" cy="1325563"/>
          </a:xfrm>
        </p:spPr>
        <p:txBody>
          <a:bodyPr>
            <a:normAutofit/>
          </a:bodyPr>
          <a:lstStyle/>
          <a:p>
            <a:r>
              <a:rPr lang="en-IN" b="1">
                <a:latin typeface="Segoe UI" panose="020B0502040204020203" pitchFamily="34" charset="0"/>
              </a:rPr>
              <a:t>Network Topologies (Connection Types)</a:t>
            </a:r>
            <a:endParaRPr lang="en-IN" dirty="0"/>
          </a:p>
        </p:txBody>
      </p:sp>
      <p:graphicFrame>
        <p:nvGraphicFramePr>
          <p:cNvPr id="20" name="Content Placeholder 9">
            <a:extLst>
              <a:ext uri="{FF2B5EF4-FFF2-40B4-BE49-F238E27FC236}">
                <a16:creationId xmlns:a16="http://schemas.microsoft.com/office/drawing/2014/main" id="{A8468B35-1450-A09D-9B37-C93C4F4AE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624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6007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C718A-A960-73A4-BBF2-8C1F40C57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</a:rPr>
              <a:t>Types of Data in Vehicle Network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F25F9-9DE4-4622-B036-547F460C4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IN" sz="1800" b="1" dirty="0">
                <a:latin typeface="Segoe UI" panose="020B0502040204020203" pitchFamily="34" charset="0"/>
              </a:rPr>
              <a:t>Control Data</a:t>
            </a:r>
            <a:br>
              <a:rPr lang="en-IN" sz="1800" dirty="0">
                <a:latin typeface="Segoe UI" panose="020B0502040204020203" pitchFamily="34" charset="0"/>
              </a:rPr>
            </a:br>
            <a:r>
              <a:rPr lang="en-IN" sz="1800" dirty="0">
                <a:latin typeface="Segoe UI" panose="020B0502040204020203" pitchFamily="34" charset="0"/>
              </a:rPr>
              <a:t>→ Engine, transmission, motor control</a:t>
            </a:r>
          </a:p>
          <a:p>
            <a:pPr fontAlgn="t">
              <a:lnSpc>
                <a:spcPct val="100000"/>
              </a:lnSpc>
            </a:pPr>
            <a:r>
              <a:rPr lang="en-IN" sz="1800" b="1" dirty="0">
                <a:latin typeface="Segoe UI" panose="020B0502040204020203" pitchFamily="34" charset="0"/>
              </a:rPr>
              <a:t>Safety / Time-Critical Data</a:t>
            </a:r>
            <a:br>
              <a:rPr lang="en-IN" sz="1800" dirty="0">
                <a:latin typeface="Segoe UI" panose="020B0502040204020203" pitchFamily="34" charset="0"/>
              </a:rPr>
            </a:br>
            <a:r>
              <a:rPr lang="en-IN" sz="1800" dirty="0">
                <a:latin typeface="Segoe UI" panose="020B0502040204020203" pitchFamily="34" charset="0"/>
              </a:rPr>
              <a:t>→ Airbag, braking, ADAS (very fast response required)</a:t>
            </a:r>
          </a:p>
          <a:p>
            <a:pPr fontAlgn="t">
              <a:lnSpc>
                <a:spcPct val="100000"/>
              </a:lnSpc>
            </a:pPr>
            <a:r>
              <a:rPr lang="en-IN" sz="1800" b="1" dirty="0">
                <a:latin typeface="Segoe UI" panose="020B0502040204020203" pitchFamily="34" charset="0"/>
              </a:rPr>
              <a:t>Infotainment Data</a:t>
            </a:r>
            <a:br>
              <a:rPr lang="en-IN" sz="1800" dirty="0">
                <a:latin typeface="Segoe UI" panose="020B0502040204020203" pitchFamily="34" charset="0"/>
              </a:rPr>
            </a:br>
            <a:r>
              <a:rPr lang="en-IN" sz="1800" dirty="0">
                <a:latin typeface="Segoe UI" panose="020B0502040204020203" pitchFamily="34" charset="0"/>
              </a:rPr>
              <a:t>→ Audio, video, navigation</a:t>
            </a:r>
          </a:p>
          <a:p>
            <a:pPr fontAlgn="t">
              <a:lnSpc>
                <a:spcPct val="100000"/>
              </a:lnSpc>
            </a:pPr>
            <a:r>
              <a:rPr lang="en-IN" sz="1800" b="1" dirty="0">
                <a:latin typeface="Segoe UI" panose="020B0502040204020203" pitchFamily="34" charset="0"/>
              </a:rPr>
              <a:t>Backbone Data</a:t>
            </a:r>
            <a:br>
              <a:rPr lang="en-IN" sz="1800" dirty="0">
                <a:latin typeface="Segoe UI" panose="020B0502040204020203" pitchFamily="34" charset="0"/>
              </a:rPr>
            </a:br>
            <a:r>
              <a:rPr lang="en-IN" sz="1800" dirty="0">
                <a:latin typeface="Segoe UI" panose="020B0502040204020203" pitchFamily="34" charset="0"/>
              </a:rPr>
              <a:t>→ Connects different vehicle networks</a:t>
            </a:r>
          </a:p>
          <a:p>
            <a:pPr fontAlgn="t">
              <a:lnSpc>
                <a:spcPct val="100000"/>
              </a:lnSpc>
            </a:pPr>
            <a:r>
              <a:rPr lang="en-IN" sz="1800" b="1" dirty="0">
                <a:latin typeface="Segoe UI" panose="020B0502040204020203" pitchFamily="34" charset="0"/>
              </a:rPr>
              <a:t>Low-Speed Data</a:t>
            </a:r>
            <a:br>
              <a:rPr lang="en-IN" sz="1800" dirty="0">
                <a:latin typeface="Segoe UI" panose="020B0502040204020203" pitchFamily="34" charset="0"/>
              </a:rPr>
            </a:br>
            <a:r>
              <a:rPr lang="en-IN" sz="1800" dirty="0">
                <a:latin typeface="Segoe UI" panose="020B0502040204020203" pitchFamily="34" charset="0"/>
              </a:rPr>
              <a:t>→ Doors, windows, seat control</a:t>
            </a:r>
          </a:p>
        </p:txBody>
      </p:sp>
    </p:spTree>
    <p:extLst>
      <p:ext uri="{BB962C8B-B14F-4D97-AF65-F5344CB8AC3E}">
        <p14:creationId xmlns:p14="http://schemas.microsoft.com/office/powerpoint/2010/main" val="3113910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C5F9CE-E452-4863-FF49-DE1369B0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90675"/>
            <a:ext cx="7315200" cy="48768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8837ED-3832-9C53-44FA-9CCD3624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Vehicle Network Application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1FCAF5-46D5-D21C-ABBA-72976EF8DEB1}"/>
              </a:ext>
            </a:extLst>
          </p:cNvPr>
          <p:cNvSpPr txBox="1"/>
          <p:nvPr/>
        </p:nvSpPr>
        <p:spPr>
          <a:xfrm>
            <a:off x="7569200" y="1730376"/>
            <a:ext cx="4622800" cy="453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</a:pPr>
            <a:r>
              <a:rPr lang="en-IN" sz="1400" b="1" i="0" dirty="0">
                <a:effectLst/>
                <a:latin typeface="Segoe UI" panose="020B0502040204020203" pitchFamily="34" charset="0"/>
              </a:rPr>
              <a:t>Safety / Time-Critical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Requires high speed and fast response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Example: Airbag, braking (ADAS systems)</a:t>
            </a:r>
          </a:p>
          <a:p>
            <a:pPr fontAlgn="t">
              <a:lnSpc>
                <a:spcPts val="1500"/>
              </a:lnSpc>
            </a:pP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1" i="0" dirty="0">
                <a:effectLst/>
                <a:latin typeface="Segoe UI" panose="020B0502040204020203" pitchFamily="34" charset="0"/>
              </a:rPr>
              <a:t>Control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Used for controlling sensors and actuators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Example: Engine, transmission systems</a:t>
            </a:r>
          </a:p>
          <a:p>
            <a:pPr fontAlgn="t">
              <a:lnSpc>
                <a:spcPts val="1500"/>
              </a:lnSpc>
            </a:pP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1" i="0" dirty="0">
                <a:effectLst/>
                <a:latin typeface="Segoe UI" panose="020B0502040204020203" pitchFamily="34" charset="0"/>
              </a:rPr>
              <a:t>Backbone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Transfers data between different networks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Used in gateway communication</a:t>
            </a:r>
          </a:p>
          <a:p>
            <a:pPr fontAlgn="t">
              <a:lnSpc>
                <a:spcPts val="1500"/>
              </a:lnSpc>
            </a:pP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1" i="0" dirty="0">
                <a:effectLst/>
                <a:latin typeface="Segoe UI" panose="020B0502040204020203" pitchFamily="34" charset="0"/>
              </a:rPr>
              <a:t>Infotainment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Audio, video and navigation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Requires high bandwidth (&gt; 25 Mbps)</a:t>
            </a:r>
          </a:p>
          <a:p>
            <a:pPr fontAlgn="t">
              <a:lnSpc>
                <a:spcPts val="1500"/>
              </a:lnSpc>
            </a:pP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1" i="0" dirty="0">
                <a:effectLst/>
                <a:latin typeface="Segoe UI" panose="020B0502040204020203" pitchFamily="34" charset="0"/>
              </a:rPr>
              <a:t>Multi Giga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Very high-speed data for advanced systems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Used in autonomous driving (ADAS, cameras)</a:t>
            </a:r>
          </a:p>
          <a:p>
            <a:pPr fontAlgn="t">
              <a:lnSpc>
                <a:spcPts val="1500"/>
              </a:lnSpc>
            </a:pP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1" i="0" dirty="0">
                <a:effectLst/>
                <a:latin typeface="Segoe UI" panose="020B0502040204020203" pitchFamily="34" charset="0"/>
              </a:rPr>
              <a:t>Low Cost / Speed Data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Low-speed simple communication</a:t>
            </a:r>
            <a:br>
              <a:rPr lang="en-IN" sz="1400" b="0" i="0" dirty="0">
                <a:effectLst/>
                <a:latin typeface="Segoe UI" panose="020B0502040204020203" pitchFamily="34" charset="0"/>
              </a:rPr>
            </a:br>
            <a:r>
              <a:rPr lang="en-IN" sz="1400" b="0" i="0" dirty="0">
                <a:effectLst/>
                <a:latin typeface="Segoe UI" panose="020B0502040204020203" pitchFamily="34" charset="0"/>
              </a:rPr>
              <a:t>→ Example: Door locks, window control</a:t>
            </a:r>
          </a:p>
        </p:txBody>
      </p:sp>
    </p:spTree>
    <p:extLst>
      <p:ext uri="{BB962C8B-B14F-4D97-AF65-F5344CB8AC3E}">
        <p14:creationId xmlns:p14="http://schemas.microsoft.com/office/powerpoint/2010/main" val="379410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Stellantis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/>
              <a:t>Uses Domain Controllers (group of ECUs for each function)</a:t>
            </a:r>
          </a:p>
          <a:p>
            <a:r>
              <a:rPr lang="en-GB" sz="2200"/>
              <a:t>Uses Gateway ECU to connect all networks</a:t>
            </a:r>
          </a:p>
          <a:p>
            <a:r>
              <a:rPr lang="en-GB" sz="2200"/>
              <a:t>Communication via CAN / CAN FD</a:t>
            </a:r>
          </a:p>
          <a:p>
            <a:r>
              <a:rPr lang="en-GB" sz="2200"/>
              <a:t>Uses Ethernet Backbone for high-speed data</a:t>
            </a:r>
          </a:p>
          <a:p>
            <a:r>
              <a:rPr lang="en-GB" sz="2200"/>
              <a:t>Moving towards Centralized Computing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882</Words>
  <Application>Microsoft Office PowerPoint</Application>
  <PresentationFormat>Widescreen</PresentationFormat>
  <Paragraphs>157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Segoe UI</vt:lpstr>
      <vt:lpstr>Office Theme</vt:lpstr>
      <vt:lpstr>Automotive Protocols</vt:lpstr>
      <vt:lpstr>CAN Protocol</vt:lpstr>
      <vt:lpstr>CAN Bus</vt:lpstr>
      <vt:lpstr>CAN Message</vt:lpstr>
      <vt:lpstr>CAN Data Frame</vt:lpstr>
      <vt:lpstr>Arbitration Process</vt:lpstr>
      <vt:lpstr>CAN FD</vt:lpstr>
      <vt:lpstr>LIN Protocol</vt:lpstr>
      <vt:lpstr>LIN Frame  Types</vt:lpstr>
      <vt:lpstr>CAN vs LIN</vt:lpstr>
      <vt:lpstr>Automotive Ethernet</vt:lpstr>
      <vt:lpstr>Tools: CANoe &amp; CANalyzer</vt:lpstr>
      <vt:lpstr>UDS (Diagnostics)</vt:lpstr>
      <vt:lpstr>PowerPoint Presentation</vt:lpstr>
      <vt:lpstr>PowerPoint Presentation</vt:lpstr>
      <vt:lpstr>UDS Message structure</vt:lpstr>
      <vt:lpstr>Automotive Networking</vt:lpstr>
      <vt:lpstr>Network Topologies (Connection Types)</vt:lpstr>
      <vt:lpstr>Types of Data in Vehicle Network</vt:lpstr>
      <vt:lpstr>Vehicle Network Application</vt:lpstr>
      <vt:lpstr>Stellantis Architecture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Sutar, Monal Gajanan (Cognizant)</dc:creator>
  <cp:lastModifiedBy>Sutar, Monal Gajanan (Cognizant)</cp:lastModifiedBy>
  <cp:revision>1</cp:revision>
  <dcterms:created xsi:type="dcterms:W3CDTF">2026-05-25T05:54:17Z</dcterms:created>
  <dcterms:modified xsi:type="dcterms:W3CDTF">2026-05-25T10:00:32Z</dcterms:modified>
</cp:coreProperties>
</file>