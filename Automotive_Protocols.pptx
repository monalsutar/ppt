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64" r:id="rId3"/>
    <p:sldId id="293" r:id="rId4"/>
    <p:sldId id="294" r:id="rId5"/>
    <p:sldId id="295" r:id="rId6"/>
    <p:sldId id="296" r:id="rId7"/>
    <p:sldId id="276" r:id="rId8"/>
    <p:sldId id="277" r:id="rId9"/>
    <p:sldId id="278" r:id="rId10"/>
    <p:sldId id="298" r:id="rId11"/>
    <p:sldId id="299" r:id="rId12"/>
    <p:sldId id="300" r:id="rId13"/>
    <p:sldId id="297" r:id="rId14"/>
    <p:sldId id="284" r:id="rId15"/>
    <p:sldId id="280" r:id="rId16"/>
    <p:sldId id="265" r:id="rId17"/>
    <p:sldId id="301" r:id="rId18"/>
    <p:sldId id="302" r:id="rId19"/>
    <p:sldId id="303" r:id="rId20"/>
    <p:sldId id="286" r:id="rId21"/>
    <p:sldId id="266" r:id="rId22"/>
    <p:sldId id="267" r:id="rId23"/>
    <p:sldId id="268" r:id="rId24"/>
    <p:sldId id="269" r:id="rId25"/>
    <p:sldId id="285" r:id="rId26"/>
    <p:sldId id="288" r:id="rId27"/>
    <p:sldId id="287" r:id="rId28"/>
    <p:sldId id="271" r:id="rId29"/>
    <p:sldId id="289" r:id="rId30"/>
    <p:sldId id="290" r:id="rId31"/>
    <p:sldId id="291" r:id="rId32"/>
    <p:sldId id="270" r:id="rId33"/>
    <p:sldId id="292" r:id="rId34"/>
    <p:sldId id="27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C362B8-B552-465B-AB89-366CD7DA00F1}" v="65" dt="2026-05-28T17:21:39.9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tar, Monal Gajanan (Cognizant)" userId="cbef091d-1278-48f6-97ae-0b476c410a24" providerId="ADAL" clId="{69AB6919-4147-41D2-8237-888729AF7CC5}"/>
    <pc:docChg chg="undo custSel addSld delSld modSld sldOrd">
      <pc:chgData name="Sutar, Monal Gajanan (Cognizant)" userId="cbef091d-1278-48f6-97ae-0b476c410a24" providerId="ADAL" clId="{69AB6919-4147-41D2-8237-888729AF7CC5}" dt="2026-05-28T17:49:03.122" v="661" actId="14100"/>
      <pc:docMkLst>
        <pc:docMk/>
      </pc:docMkLst>
      <pc:sldChg chg="addSp modSp mod">
        <pc:chgData name="Sutar, Monal Gajanan (Cognizant)" userId="cbef091d-1278-48f6-97ae-0b476c410a24" providerId="ADAL" clId="{69AB6919-4147-41D2-8237-888729AF7CC5}" dt="2026-05-28T14:16:02.769" v="406" actId="5793"/>
        <pc:sldMkLst>
          <pc:docMk/>
          <pc:sldMk cId="0" sldId="264"/>
        </pc:sldMkLst>
        <pc:spChg chg="mod">
          <ac:chgData name="Sutar, Monal Gajanan (Cognizant)" userId="cbef091d-1278-48f6-97ae-0b476c410a24" providerId="ADAL" clId="{69AB6919-4147-41D2-8237-888729AF7CC5}" dt="2026-05-28T14:16:02.769" v="406" actId="5793"/>
          <ac:spMkLst>
            <pc:docMk/>
            <pc:sldMk cId="0" sldId="264"/>
            <ac:spMk id="3" creationId="{00000000-0000-0000-0000-000000000000}"/>
          </ac:spMkLst>
        </pc:spChg>
        <pc:graphicFrameChg chg="add mod">
          <ac:chgData name="Sutar, Monal Gajanan (Cognizant)" userId="cbef091d-1278-48f6-97ae-0b476c410a24" providerId="ADAL" clId="{69AB6919-4147-41D2-8237-888729AF7CC5}" dt="2026-05-28T13:09:49.723" v="392"/>
          <ac:graphicFrameMkLst>
            <pc:docMk/>
            <pc:sldMk cId="0" sldId="264"/>
            <ac:graphicFrameMk id="4" creationId="{5FF61BD6-823B-E3FA-F5B3-DF33A4BB8CCF}"/>
          </ac:graphicFrameMkLst>
        </pc:graphicFrameChg>
      </pc:sldChg>
      <pc:sldChg chg="addSp modSp mod">
        <pc:chgData name="Sutar, Monal Gajanan (Cognizant)" userId="cbef091d-1278-48f6-97ae-0b476c410a24" providerId="ADAL" clId="{69AB6919-4147-41D2-8237-888729AF7CC5}" dt="2026-05-28T07:10:49.060" v="307" actId="1076"/>
        <pc:sldMkLst>
          <pc:docMk/>
          <pc:sldMk cId="0" sldId="267"/>
        </pc:sldMkLst>
        <pc:spChg chg="add mod">
          <ac:chgData name="Sutar, Monal Gajanan (Cognizant)" userId="cbef091d-1278-48f6-97ae-0b476c410a24" providerId="ADAL" clId="{69AB6919-4147-41D2-8237-888729AF7CC5}" dt="2026-05-28T07:10:38.860" v="304" actId="14100"/>
          <ac:spMkLst>
            <pc:docMk/>
            <pc:sldMk cId="0" sldId="267"/>
            <ac:spMk id="3" creationId="{1A405815-7771-39CD-20D1-D276DBD004AE}"/>
          </ac:spMkLst>
        </pc:spChg>
        <pc:graphicFrameChg chg="mod">
          <ac:chgData name="Sutar, Monal Gajanan (Cognizant)" userId="cbef091d-1278-48f6-97ae-0b476c410a24" providerId="ADAL" clId="{69AB6919-4147-41D2-8237-888729AF7CC5}" dt="2026-05-28T07:10:49.060" v="307" actId="1076"/>
          <ac:graphicFrameMkLst>
            <pc:docMk/>
            <pc:sldMk cId="0" sldId="267"/>
            <ac:graphicFrameMk id="23" creationId="{8117E4D1-02F4-3E38-3272-C19C047ABFF2}"/>
          </ac:graphicFrameMkLst>
        </pc:graphicFrameChg>
      </pc:sldChg>
      <pc:sldChg chg="addSp modSp mod setBg">
        <pc:chgData name="Sutar, Monal Gajanan (Cognizant)" userId="cbef091d-1278-48f6-97ae-0b476c410a24" providerId="ADAL" clId="{69AB6919-4147-41D2-8237-888729AF7CC5}" dt="2026-05-25T09:11:10.220" v="12" actId="26606"/>
        <pc:sldMkLst>
          <pc:docMk/>
          <pc:sldMk cId="0" sldId="268"/>
        </pc:sldMkLst>
        <pc:spChg chg="mod">
          <ac:chgData name="Sutar, Monal Gajanan (Cognizant)" userId="cbef091d-1278-48f6-97ae-0b476c410a24" providerId="ADAL" clId="{69AB6919-4147-41D2-8237-888729AF7CC5}" dt="2026-05-25T09:11:10.220" v="12" actId="26606"/>
          <ac:spMkLst>
            <pc:docMk/>
            <pc:sldMk cId="0" sldId="268"/>
            <ac:spMk id="2" creationId="{00000000-0000-0000-0000-000000000000}"/>
          </ac:spMkLst>
        </pc:spChg>
        <pc:spChg chg="mod">
          <ac:chgData name="Sutar, Monal Gajanan (Cognizant)" userId="cbef091d-1278-48f6-97ae-0b476c410a24" providerId="ADAL" clId="{69AB6919-4147-41D2-8237-888729AF7CC5}" dt="2026-05-25T09:11:10.220" v="12" actId="26606"/>
          <ac:spMkLst>
            <pc:docMk/>
            <pc:sldMk cId="0" sldId="268"/>
            <ac:spMk id="3" creationId="{00000000-0000-0000-0000-000000000000}"/>
          </ac:spMkLst>
        </pc:spChg>
        <pc:spChg chg="add">
          <ac:chgData name="Sutar, Monal Gajanan (Cognizant)" userId="cbef091d-1278-48f6-97ae-0b476c410a24" providerId="ADAL" clId="{69AB6919-4147-41D2-8237-888729AF7CC5}" dt="2026-05-25T09:11:10.220" v="12" actId="26606"/>
          <ac:spMkLst>
            <pc:docMk/>
            <pc:sldMk cId="0" sldId="268"/>
            <ac:spMk id="8" creationId="{DAF1966E-FD40-4A4A-B61B-C4DF7FA05F06}"/>
          </ac:spMkLst>
        </pc:spChg>
        <pc:spChg chg="add">
          <ac:chgData name="Sutar, Monal Gajanan (Cognizant)" userId="cbef091d-1278-48f6-97ae-0b476c410a24" providerId="ADAL" clId="{69AB6919-4147-41D2-8237-888729AF7CC5}" dt="2026-05-25T09:11:10.220" v="12" actId="26606"/>
          <ac:spMkLst>
            <pc:docMk/>
            <pc:sldMk cId="0" sldId="268"/>
            <ac:spMk id="10" creationId="{047BFA19-D45E-416B-A404-7AF2F3F27017}"/>
          </ac:spMkLst>
        </pc:spChg>
        <pc:spChg chg="add">
          <ac:chgData name="Sutar, Monal Gajanan (Cognizant)" userId="cbef091d-1278-48f6-97ae-0b476c410a24" providerId="ADAL" clId="{69AB6919-4147-41D2-8237-888729AF7CC5}" dt="2026-05-25T09:11:10.220" v="12" actId="26606"/>
          <ac:spMkLst>
            <pc:docMk/>
            <pc:sldMk cId="0" sldId="268"/>
            <ac:spMk id="12" creationId="{8E0105E7-23DB-4CF2-8258-FF47C7620F6E}"/>
          </ac:spMkLst>
        </pc:spChg>
        <pc:spChg chg="add">
          <ac:chgData name="Sutar, Monal Gajanan (Cognizant)" userId="cbef091d-1278-48f6-97ae-0b476c410a24" providerId="ADAL" clId="{69AB6919-4147-41D2-8237-888729AF7CC5}" dt="2026-05-25T09:11:10.220" v="12" actId="26606"/>
          <ac:spMkLst>
            <pc:docMk/>
            <pc:sldMk cId="0" sldId="268"/>
            <ac:spMk id="14" creationId="{074B4F7D-14B2-478B-8BF5-01E4E0C5D263}"/>
          </ac:spMkLst>
        </pc:spChg>
      </pc:sldChg>
      <pc:sldChg chg="modSp mod">
        <pc:chgData name="Sutar, Monal Gajanan (Cognizant)" userId="cbef091d-1278-48f6-97ae-0b476c410a24" providerId="ADAL" clId="{69AB6919-4147-41D2-8237-888729AF7CC5}" dt="2026-05-28T09:16:44.780" v="342" actId="1076"/>
        <pc:sldMkLst>
          <pc:docMk/>
          <pc:sldMk cId="0" sldId="269"/>
        </pc:sldMkLst>
        <pc:spChg chg="mod">
          <ac:chgData name="Sutar, Monal Gajanan (Cognizant)" userId="cbef091d-1278-48f6-97ae-0b476c410a24" providerId="ADAL" clId="{69AB6919-4147-41D2-8237-888729AF7CC5}" dt="2026-05-28T09:16:44.780" v="342" actId="1076"/>
          <ac:spMkLst>
            <pc:docMk/>
            <pc:sldMk cId="0" sldId="269"/>
            <ac:spMk id="2" creationId="{00000000-0000-0000-0000-000000000000}"/>
          </ac:spMkLst>
        </pc:spChg>
        <pc:spChg chg="mod">
          <ac:chgData name="Sutar, Monal Gajanan (Cognizant)" userId="cbef091d-1278-48f6-97ae-0b476c410a24" providerId="ADAL" clId="{69AB6919-4147-41D2-8237-888729AF7CC5}" dt="2026-05-28T07:33:15.816" v="323" actId="14100"/>
          <ac:spMkLst>
            <pc:docMk/>
            <pc:sldMk cId="0" sldId="269"/>
            <ac:spMk id="3" creationId="{00000000-0000-0000-0000-000000000000}"/>
          </ac:spMkLst>
        </pc:spChg>
        <pc:picChg chg="mod">
          <ac:chgData name="Sutar, Monal Gajanan (Cognizant)" userId="cbef091d-1278-48f6-97ae-0b476c410a24" providerId="ADAL" clId="{69AB6919-4147-41D2-8237-888729AF7CC5}" dt="2026-05-28T07:33:18.650" v="324" actId="1076"/>
          <ac:picMkLst>
            <pc:docMk/>
            <pc:sldMk cId="0" sldId="269"/>
            <ac:picMk id="4" creationId="{9723A775-97D1-D34B-DB59-4F5826DF0311}"/>
          </ac:picMkLst>
        </pc:picChg>
      </pc:sldChg>
      <pc:sldChg chg="addSp delSp modSp mod ord setBg">
        <pc:chgData name="Sutar, Monal Gajanan (Cognizant)" userId="cbef091d-1278-48f6-97ae-0b476c410a24" providerId="ADAL" clId="{69AB6919-4147-41D2-8237-888729AF7CC5}" dt="2026-05-26T06:57:40.186" v="249" actId="20577"/>
        <pc:sldMkLst>
          <pc:docMk/>
          <pc:sldMk cId="0" sldId="270"/>
        </pc:sldMkLst>
        <pc:spChg chg="mod">
          <ac:chgData name="Sutar, Monal Gajanan (Cognizant)" userId="cbef091d-1278-48f6-97ae-0b476c410a24" providerId="ADAL" clId="{69AB6919-4147-41D2-8237-888729AF7CC5}" dt="2026-05-26T06:57:40.186" v="249" actId="20577"/>
          <ac:spMkLst>
            <pc:docMk/>
            <pc:sldMk cId="0" sldId="270"/>
            <ac:spMk id="2" creationId="{00000000-0000-0000-0000-000000000000}"/>
          </ac:spMkLst>
        </pc:spChg>
        <pc:spChg chg="mod">
          <ac:chgData name="Sutar, Monal Gajanan (Cognizant)" userId="cbef091d-1278-48f6-97ae-0b476c410a24" providerId="ADAL" clId="{69AB6919-4147-41D2-8237-888729AF7CC5}" dt="2026-05-26T06:25:29.528" v="175" actId="20577"/>
          <ac:spMkLst>
            <pc:docMk/>
            <pc:sldMk cId="0" sldId="270"/>
            <ac:spMk id="3" creationId="{00000000-0000-0000-0000-000000000000}"/>
          </ac:spMkLst>
        </pc:spChg>
        <pc:spChg chg="add">
          <ac:chgData name="Sutar, Monal Gajanan (Cognizant)" userId="cbef091d-1278-48f6-97ae-0b476c410a24" providerId="ADAL" clId="{69AB6919-4147-41D2-8237-888729AF7CC5}" dt="2026-05-25T09:10:05.997" v="3" actId="26606"/>
          <ac:spMkLst>
            <pc:docMk/>
            <pc:sldMk cId="0" sldId="270"/>
            <ac:spMk id="8" creationId="{DAF1966E-FD40-4A4A-B61B-C4DF7FA05F06}"/>
          </ac:spMkLst>
        </pc:spChg>
        <pc:spChg chg="add">
          <ac:chgData name="Sutar, Monal Gajanan (Cognizant)" userId="cbef091d-1278-48f6-97ae-0b476c410a24" providerId="ADAL" clId="{69AB6919-4147-41D2-8237-888729AF7CC5}" dt="2026-05-25T09:10:05.997" v="3" actId="26606"/>
          <ac:spMkLst>
            <pc:docMk/>
            <pc:sldMk cId="0" sldId="270"/>
            <ac:spMk id="10" creationId="{047BFA19-D45E-416B-A404-7AF2F3F27017}"/>
          </ac:spMkLst>
        </pc:spChg>
        <pc:spChg chg="add">
          <ac:chgData name="Sutar, Monal Gajanan (Cognizant)" userId="cbef091d-1278-48f6-97ae-0b476c410a24" providerId="ADAL" clId="{69AB6919-4147-41D2-8237-888729AF7CC5}" dt="2026-05-25T09:10:05.997" v="3" actId="26606"/>
          <ac:spMkLst>
            <pc:docMk/>
            <pc:sldMk cId="0" sldId="270"/>
            <ac:spMk id="12" creationId="{8E0105E7-23DB-4CF2-8258-FF47C7620F6E}"/>
          </ac:spMkLst>
        </pc:spChg>
        <pc:spChg chg="add">
          <ac:chgData name="Sutar, Monal Gajanan (Cognizant)" userId="cbef091d-1278-48f6-97ae-0b476c410a24" providerId="ADAL" clId="{69AB6919-4147-41D2-8237-888729AF7CC5}" dt="2026-05-25T09:10:05.997" v="3" actId="26606"/>
          <ac:spMkLst>
            <pc:docMk/>
            <pc:sldMk cId="0" sldId="270"/>
            <ac:spMk id="14" creationId="{074B4F7D-14B2-478B-8BF5-01E4E0C5D263}"/>
          </ac:spMkLst>
        </pc:spChg>
      </pc:sldChg>
      <pc:sldChg chg="addSp delSp modSp mod setBg">
        <pc:chgData name="Sutar, Monal Gajanan (Cognizant)" userId="cbef091d-1278-48f6-97ae-0b476c410a24" providerId="ADAL" clId="{69AB6919-4147-41D2-8237-888729AF7CC5}" dt="2026-05-25T09:09:48.083" v="2" actId="26606"/>
        <pc:sldMkLst>
          <pc:docMk/>
          <pc:sldMk cId="0" sldId="271"/>
        </pc:sldMkLst>
        <pc:spChg chg="mod">
          <ac:chgData name="Sutar, Monal Gajanan (Cognizant)" userId="cbef091d-1278-48f6-97ae-0b476c410a24" providerId="ADAL" clId="{69AB6919-4147-41D2-8237-888729AF7CC5}" dt="2026-05-25T09:09:48.083" v="2" actId="26606"/>
          <ac:spMkLst>
            <pc:docMk/>
            <pc:sldMk cId="0" sldId="271"/>
            <ac:spMk id="2" creationId="{00000000-0000-0000-0000-000000000000}"/>
          </ac:spMkLst>
        </pc:spChg>
        <pc:spChg chg="add">
          <ac:chgData name="Sutar, Monal Gajanan (Cognizant)" userId="cbef091d-1278-48f6-97ae-0b476c410a24" providerId="ADAL" clId="{69AB6919-4147-41D2-8237-888729AF7CC5}" dt="2026-05-25T09:09:48.083" v="2" actId="26606"/>
          <ac:spMkLst>
            <pc:docMk/>
            <pc:sldMk cId="0" sldId="271"/>
            <ac:spMk id="6" creationId="{56E9B3E6-E277-4D68-BA48-9CB43FFBD6E2}"/>
          </ac:spMkLst>
        </pc:spChg>
        <pc:spChg chg="add">
          <ac:chgData name="Sutar, Monal Gajanan (Cognizant)" userId="cbef091d-1278-48f6-97ae-0b476c410a24" providerId="ADAL" clId="{69AB6919-4147-41D2-8237-888729AF7CC5}" dt="2026-05-25T09:09:48.083" v="2" actId="26606"/>
          <ac:spMkLst>
            <pc:docMk/>
            <pc:sldMk cId="0" sldId="271"/>
            <ac:spMk id="17" creationId="{D5B0017B-2ECA-49AF-B397-DC140825DF8D}"/>
          </ac:spMkLst>
        </pc:spChg>
        <pc:grpChg chg="add">
          <ac:chgData name="Sutar, Monal Gajanan (Cognizant)" userId="cbef091d-1278-48f6-97ae-0b476c410a24" providerId="ADAL" clId="{69AB6919-4147-41D2-8237-888729AF7CC5}" dt="2026-05-25T09:09:48.083" v="2" actId="26606"/>
          <ac:grpSpMkLst>
            <pc:docMk/>
            <pc:sldMk cId="0" sldId="271"/>
            <ac:grpSpMk id="7" creationId="{AE1C45F0-260A-458C-96ED-C1F6D2151219}"/>
          </ac:grpSpMkLst>
        </pc:grpChg>
        <pc:graphicFrameChg chg="add">
          <ac:chgData name="Sutar, Monal Gajanan (Cognizant)" userId="cbef091d-1278-48f6-97ae-0b476c410a24" providerId="ADAL" clId="{69AB6919-4147-41D2-8237-888729AF7CC5}" dt="2026-05-25T09:09:48.083" v="2" actId="26606"/>
          <ac:graphicFrameMkLst>
            <pc:docMk/>
            <pc:sldMk cId="0" sldId="271"/>
            <ac:graphicFrameMk id="20" creationId="{66214017-518F-A868-C3A8-110886B63067}"/>
          </ac:graphicFrameMkLst>
        </pc:graphicFrameChg>
        <pc:cxnChg chg="add">
          <ac:chgData name="Sutar, Monal Gajanan (Cognizant)" userId="cbef091d-1278-48f6-97ae-0b476c410a24" providerId="ADAL" clId="{69AB6919-4147-41D2-8237-888729AF7CC5}" dt="2026-05-25T09:09:48.083" v="2" actId="26606"/>
          <ac:cxnSpMkLst>
            <pc:docMk/>
            <pc:sldMk cId="0" sldId="271"/>
            <ac:cxnSpMk id="19" creationId="{6CF1BAF6-AD41-4082-B212-8A1F9A2E8779}"/>
          </ac:cxnSpMkLst>
        </pc:cxnChg>
      </pc:sldChg>
      <pc:sldChg chg="addSp modSp mod setBg">
        <pc:chgData name="Sutar, Monal Gajanan (Cognizant)" userId="cbef091d-1278-48f6-97ae-0b476c410a24" providerId="ADAL" clId="{69AB6919-4147-41D2-8237-888729AF7CC5}" dt="2026-05-26T06:56:03.333" v="233" actId="26606"/>
        <pc:sldMkLst>
          <pc:docMk/>
          <pc:sldMk cId="0" sldId="274"/>
        </pc:sldMkLst>
        <pc:spChg chg="mod">
          <ac:chgData name="Sutar, Monal Gajanan (Cognizant)" userId="cbef091d-1278-48f6-97ae-0b476c410a24" providerId="ADAL" clId="{69AB6919-4147-41D2-8237-888729AF7CC5}" dt="2026-05-26T06:56:03.333" v="233" actId="26606"/>
          <ac:spMkLst>
            <pc:docMk/>
            <pc:sldMk cId="0" sldId="274"/>
            <ac:spMk id="2" creationId="{00000000-0000-0000-0000-000000000000}"/>
          </ac:spMkLst>
        </pc:spChg>
        <pc:spChg chg="add">
          <ac:chgData name="Sutar, Monal Gajanan (Cognizant)" userId="cbef091d-1278-48f6-97ae-0b476c410a24" providerId="ADAL" clId="{69AB6919-4147-41D2-8237-888729AF7CC5}" dt="2026-05-26T06:56:03.333" v="233" actId="26606"/>
          <ac:spMkLst>
            <pc:docMk/>
            <pc:sldMk cId="0" sldId="274"/>
            <ac:spMk id="7" creationId="{5463EB0A-3D7C-4AA5-BFA5-8EE5B4BA5624}"/>
          </ac:spMkLst>
        </pc:spChg>
        <pc:spChg chg="add">
          <ac:chgData name="Sutar, Monal Gajanan (Cognizant)" userId="cbef091d-1278-48f6-97ae-0b476c410a24" providerId="ADAL" clId="{69AB6919-4147-41D2-8237-888729AF7CC5}" dt="2026-05-26T06:56:03.333" v="233" actId="26606"/>
          <ac:spMkLst>
            <pc:docMk/>
            <pc:sldMk cId="0" sldId="274"/>
            <ac:spMk id="9" creationId="{7945AD00-F967-454D-A4B2-39ABA5C88C20}"/>
          </ac:spMkLst>
        </pc:spChg>
        <pc:spChg chg="add">
          <ac:chgData name="Sutar, Monal Gajanan (Cognizant)" userId="cbef091d-1278-48f6-97ae-0b476c410a24" providerId="ADAL" clId="{69AB6919-4147-41D2-8237-888729AF7CC5}" dt="2026-05-26T06:56:03.333" v="233" actId="26606"/>
          <ac:spMkLst>
            <pc:docMk/>
            <pc:sldMk cId="0" sldId="274"/>
            <ac:spMk id="11" creationId="{E9BC5B79-B912-427C-8219-E3E50943FCDE}"/>
          </ac:spMkLst>
        </pc:spChg>
      </pc:sldChg>
      <pc:sldChg chg="modSp mod">
        <pc:chgData name="Sutar, Monal Gajanan (Cognizant)" userId="cbef091d-1278-48f6-97ae-0b476c410a24" providerId="ADAL" clId="{69AB6919-4147-41D2-8237-888729AF7CC5}" dt="2026-05-28T09:32:59.591" v="376" actId="732"/>
        <pc:sldMkLst>
          <pc:docMk/>
          <pc:sldMk cId="0" sldId="276"/>
        </pc:sldMkLst>
        <pc:picChg chg="mod modCrop">
          <ac:chgData name="Sutar, Monal Gajanan (Cognizant)" userId="cbef091d-1278-48f6-97ae-0b476c410a24" providerId="ADAL" clId="{69AB6919-4147-41D2-8237-888729AF7CC5}" dt="2026-05-28T09:32:59.591" v="376" actId="732"/>
          <ac:picMkLst>
            <pc:docMk/>
            <pc:sldMk cId="0" sldId="276"/>
            <ac:picMk id="4" creationId="{2FBED224-9477-2CA8-86B6-AC755AD20350}"/>
          </ac:picMkLst>
        </pc:picChg>
      </pc:sldChg>
      <pc:sldChg chg="addSp delSp modSp mod setBg">
        <pc:chgData name="Sutar, Monal Gajanan (Cognizant)" userId="cbef091d-1278-48f6-97ae-0b476c410a24" providerId="ADAL" clId="{69AB6919-4147-41D2-8237-888729AF7CC5}" dt="2026-05-28T09:20:07.636" v="374" actId="2710"/>
        <pc:sldMkLst>
          <pc:docMk/>
          <pc:sldMk cId="2079048099" sldId="285"/>
        </pc:sldMkLst>
        <pc:spChg chg="add mod ord">
          <ac:chgData name="Sutar, Monal Gajanan (Cognizant)" userId="cbef091d-1278-48f6-97ae-0b476c410a24" providerId="ADAL" clId="{69AB6919-4147-41D2-8237-888729AF7CC5}" dt="2026-05-28T09:20:07.636" v="374" actId="2710"/>
          <ac:spMkLst>
            <pc:docMk/>
            <pc:sldMk cId="2079048099" sldId="285"/>
            <ac:spMk id="3" creationId="{16D033A1-0FFF-D9DE-29F0-08A9D60819F5}"/>
          </ac:spMkLst>
        </pc:spChg>
        <pc:spChg chg="mod">
          <ac:chgData name="Sutar, Monal Gajanan (Cognizant)" userId="cbef091d-1278-48f6-97ae-0b476c410a24" providerId="ADAL" clId="{69AB6919-4147-41D2-8237-888729AF7CC5}" dt="2026-05-28T09:19:44.676" v="370" actId="26606"/>
          <ac:spMkLst>
            <pc:docMk/>
            <pc:sldMk cId="2079048099" sldId="285"/>
            <ac:spMk id="4" creationId="{D3B87166-CABA-29D4-A2B0-EF358B28C651}"/>
          </ac:spMkLst>
        </pc:spChg>
        <pc:spChg chg="mod">
          <ac:chgData name="Sutar, Monal Gajanan (Cognizant)" userId="cbef091d-1278-48f6-97ae-0b476c410a24" providerId="ADAL" clId="{69AB6919-4147-41D2-8237-888729AF7CC5}" dt="2026-05-28T09:19:44.676" v="370" actId="26606"/>
          <ac:spMkLst>
            <pc:docMk/>
            <pc:sldMk cId="2079048099" sldId="285"/>
            <ac:spMk id="5" creationId="{4BCE4AEF-BF28-2C25-669D-7AC7205BA175}"/>
          </ac:spMkLst>
        </pc:spChg>
        <pc:spChg chg="mod">
          <ac:chgData name="Sutar, Monal Gajanan (Cognizant)" userId="cbef091d-1278-48f6-97ae-0b476c410a24" providerId="ADAL" clId="{69AB6919-4147-41D2-8237-888729AF7CC5}" dt="2026-05-28T09:19:44.676" v="370" actId="26606"/>
          <ac:spMkLst>
            <pc:docMk/>
            <pc:sldMk cId="2079048099" sldId="285"/>
            <ac:spMk id="6" creationId="{C45D4287-C6C6-DE9A-363F-8FC253A091BA}"/>
          </ac:spMkLst>
        </pc:spChg>
        <pc:spChg chg="add del">
          <ac:chgData name="Sutar, Monal Gajanan (Cognizant)" userId="cbef091d-1278-48f6-97ae-0b476c410a24" providerId="ADAL" clId="{69AB6919-4147-41D2-8237-888729AF7CC5}" dt="2026-05-28T09:19:44.676" v="370" actId="26606"/>
          <ac:spMkLst>
            <pc:docMk/>
            <pc:sldMk cId="2079048099" sldId="285"/>
            <ac:spMk id="13" creationId="{0B9EE3F3-89B7-43C3-8651-C4C96830993D}"/>
          </ac:spMkLst>
        </pc:spChg>
        <pc:spChg chg="add del">
          <ac:chgData name="Sutar, Monal Gajanan (Cognizant)" userId="cbef091d-1278-48f6-97ae-0b476c410a24" providerId="ADAL" clId="{69AB6919-4147-41D2-8237-888729AF7CC5}" dt="2026-05-28T09:19:44.676" v="370" actId="26606"/>
          <ac:spMkLst>
            <pc:docMk/>
            <pc:sldMk cId="2079048099" sldId="285"/>
            <ac:spMk id="15" creationId="{33AE4636-AEEC-45D6-84D4-7AC2DA48ECF8}"/>
          </ac:spMkLst>
        </pc:spChg>
        <pc:spChg chg="add del">
          <ac:chgData name="Sutar, Monal Gajanan (Cognizant)" userId="cbef091d-1278-48f6-97ae-0b476c410a24" providerId="ADAL" clId="{69AB6919-4147-41D2-8237-888729AF7CC5}" dt="2026-05-28T09:19:44.676" v="370" actId="26606"/>
          <ac:spMkLst>
            <pc:docMk/>
            <pc:sldMk cId="2079048099" sldId="285"/>
            <ac:spMk id="17" creationId="{8D9CE0F4-2EB2-4F1F-8AAC-DB3571D9FE10}"/>
          </ac:spMkLst>
        </pc:spChg>
        <pc:picChg chg="mod ord">
          <ac:chgData name="Sutar, Monal Gajanan (Cognizant)" userId="cbef091d-1278-48f6-97ae-0b476c410a24" providerId="ADAL" clId="{69AB6919-4147-41D2-8237-888729AF7CC5}" dt="2026-05-28T09:19:51.959" v="372" actId="1076"/>
          <ac:picMkLst>
            <pc:docMk/>
            <pc:sldMk cId="2079048099" sldId="285"/>
            <ac:picMk id="8" creationId="{947EAF7B-AD6D-6214-4CF9-586168B8C2A7}"/>
          </ac:picMkLst>
        </pc:picChg>
      </pc:sldChg>
      <pc:sldChg chg="modSp mod">
        <pc:chgData name="Sutar, Monal Gajanan (Cognizant)" userId="cbef091d-1278-48f6-97ae-0b476c410a24" providerId="ADAL" clId="{69AB6919-4147-41D2-8237-888729AF7CC5}" dt="2026-05-28T17:12:49.203" v="622" actId="14100"/>
        <pc:sldMkLst>
          <pc:docMk/>
          <pc:sldMk cId="3184440768" sldId="286"/>
        </pc:sldMkLst>
        <pc:spChg chg="mod">
          <ac:chgData name="Sutar, Monal Gajanan (Cognizant)" userId="cbef091d-1278-48f6-97ae-0b476c410a24" providerId="ADAL" clId="{69AB6919-4147-41D2-8237-888729AF7CC5}" dt="2026-05-28T17:12:49.203" v="622" actId="14100"/>
          <ac:spMkLst>
            <pc:docMk/>
            <pc:sldMk cId="3184440768" sldId="286"/>
            <ac:spMk id="3" creationId="{D625CD00-6879-8455-33B6-1FB9EFAA29BE}"/>
          </ac:spMkLst>
        </pc:spChg>
      </pc:sldChg>
      <pc:sldChg chg="addSp modSp mod">
        <pc:chgData name="Sutar, Monal Gajanan (Cognizant)" userId="cbef091d-1278-48f6-97ae-0b476c410a24" providerId="ADAL" clId="{69AB6919-4147-41D2-8237-888729AF7CC5}" dt="2026-05-28T09:36:08.489" v="391" actId="12"/>
        <pc:sldMkLst>
          <pc:docMk/>
          <pc:sldMk cId="2992328793" sldId="287"/>
        </pc:sldMkLst>
        <pc:spChg chg="add mod">
          <ac:chgData name="Sutar, Monal Gajanan (Cognizant)" userId="cbef091d-1278-48f6-97ae-0b476c410a24" providerId="ADAL" clId="{69AB6919-4147-41D2-8237-888729AF7CC5}" dt="2026-05-28T09:36:08.489" v="391" actId="12"/>
          <ac:spMkLst>
            <pc:docMk/>
            <pc:sldMk cId="2992328793" sldId="287"/>
            <ac:spMk id="8" creationId="{8ED14E97-FCF6-4A2D-9F43-9B3CA71E5658}"/>
          </ac:spMkLst>
        </pc:spChg>
        <pc:picChg chg="mod">
          <ac:chgData name="Sutar, Monal Gajanan (Cognizant)" userId="cbef091d-1278-48f6-97ae-0b476c410a24" providerId="ADAL" clId="{69AB6919-4147-41D2-8237-888729AF7CC5}" dt="2026-05-28T09:35:28.974" v="381" actId="1076"/>
          <ac:picMkLst>
            <pc:docMk/>
            <pc:sldMk cId="2992328793" sldId="287"/>
            <ac:picMk id="7" creationId="{1ECFBDAD-9F94-E7B2-0DF2-78CE252E238C}"/>
          </ac:picMkLst>
        </pc:picChg>
      </pc:sldChg>
      <pc:sldChg chg="addSp delSp modSp mod">
        <pc:chgData name="Sutar, Monal Gajanan (Cognizant)" userId="cbef091d-1278-48f6-97ae-0b476c410a24" providerId="ADAL" clId="{69AB6919-4147-41D2-8237-888729AF7CC5}" dt="2026-05-28T09:33:42.258" v="380" actId="12"/>
        <pc:sldMkLst>
          <pc:docMk/>
          <pc:sldMk cId="167173939" sldId="288"/>
        </pc:sldMkLst>
        <pc:spChg chg="add mod">
          <ac:chgData name="Sutar, Monal Gajanan (Cognizant)" userId="cbef091d-1278-48f6-97ae-0b476c410a24" providerId="ADAL" clId="{69AB6919-4147-41D2-8237-888729AF7CC5}" dt="2026-05-28T09:33:42.258" v="380" actId="12"/>
          <ac:spMkLst>
            <pc:docMk/>
            <pc:sldMk cId="167173939" sldId="288"/>
            <ac:spMk id="8" creationId="{F5DF771E-1BD2-9E5E-62A7-CF705F6A455D}"/>
          </ac:spMkLst>
        </pc:spChg>
        <pc:graphicFrameChg chg="add del mod modGraphic">
          <ac:chgData name="Sutar, Monal Gajanan (Cognizant)" userId="cbef091d-1278-48f6-97ae-0b476c410a24" providerId="ADAL" clId="{69AB6919-4147-41D2-8237-888729AF7CC5}" dt="2026-05-28T07:34:26.791" v="329" actId="478"/>
          <ac:graphicFrameMkLst>
            <pc:docMk/>
            <pc:sldMk cId="167173939" sldId="288"/>
            <ac:graphicFrameMk id="2" creationId="{49CC067B-CB5F-AD4F-EB65-780BB06FCB60}"/>
          </ac:graphicFrameMkLst>
        </pc:graphicFrameChg>
        <pc:picChg chg="mod modCrop">
          <ac:chgData name="Sutar, Monal Gajanan (Cognizant)" userId="cbef091d-1278-48f6-97ae-0b476c410a24" providerId="ADAL" clId="{69AB6919-4147-41D2-8237-888729AF7CC5}" dt="2026-05-28T07:35:21.280" v="339" actId="14100"/>
          <ac:picMkLst>
            <pc:docMk/>
            <pc:sldMk cId="167173939" sldId="288"/>
            <ac:picMk id="7" creationId="{07BB44BC-C4E8-72BD-D04A-0C73D925465E}"/>
          </ac:picMkLst>
        </pc:picChg>
      </pc:sldChg>
      <pc:sldChg chg="addSp delSp modSp new mod ord setBg">
        <pc:chgData name="Sutar, Monal Gajanan (Cognizant)" userId="cbef091d-1278-48f6-97ae-0b476c410a24" providerId="ADAL" clId="{69AB6919-4147-41D2-8237-888729AF7CC5}" dt="2026-05-25T10:00:23.194" v="159"/>
        <pc:sldMkLst>
          <pc:docMk/>
          <pc:sldMk cId="2066007216" sldId="289"/>
        </pc:sldMkLst>
        <pc:spChg chg="mod">
          <ac:chgData name="Sutar, Monal Gajanan (Cognizant)" userId="cbef091d-1278-48f6-97ae-0b476c410a24" providerId="ADAL" clId="{69AB6919-4147-41D2-8237-888729AF7CC5}" dt="2026-05-25T09:20:57.614" v="32" actId="26606"/>
          <ac:spMkLst>
            <pc:docMk/>
            <pc:sldMk cId="2066007216" sldId="289"/>
            <ac:spMk id="2" creationId="{87C29F85-2225-FDE7-A9F7-3D9DC9C72F19}"/>
          </ac:spMkLst>
        </pc:spChg>
        <pc:graphicFrameChg chg="add modGraphic">
          <ac:chgData name="Sutar, Monal Gajanan (Cognizant)" userId="cbef091d-1278-48f6-97ae-0b476c410a24" providerId="ADAL" clId="{69AB6919-4147-41D2-8237-888729AF7CC5}" dt="2026-05-25T09:21:13.303" v="35" actId="404"/>
          <ac:graphicFrameMkLst>
            <pc:docMk/>
            <pc:sldMk cId="2066007216" sldId="289"/>
            <ac:graphicFrameMk id="20" creationId="{A8468B35-1450-A09D-9B37-C93C4F4AE11E}"/>
          </ac:graphicFrameMkLst>
        </pc:graphicFrameChg>
      </pc:sldChg>
      <pc:sldChg chg="addSp delSp modSp new mod">
        <pc:chgData name="Sutar, Monal Gajanan (Cognizant)" userId="cbef091d-1278-48f6-97ae-0b476c410a24" providerId="ADAL" clId="{69AB6919-4147-41D2-8237-888729AF7CC5}" dt="2026-05-25T09:42:52.944" v="155" actId="20577"/>
        <pc:sldMkLst>
          <pc:docMk/>
          <pc:sldMk cId="3113910409" sldId="290"/>
        </pc:sldMkLst>
        <pc:spChg chg="mod">
          <ac:chgData name="Sutar, Monal Gajanan (Cognizant)" userId="cbef091d-1278-48f6-97ae-0b476c410a24" providerId="ADAL" clId="{69AB6919-4147-41D2-8237-888729AF7CC5}" dt="2026-05-25T09:29:28.068" v="55" actId="20577"/>
          <ac:spMkLst>
            <pc:docMk/>
            <pc:sldMk cId="3113910409" sldId="290"/>
            <ac:spMk id="2" creationId="{FBEC718A-A960-73A4-BBF2-8C1F40C572DB}"/>
          </ac:spMkLst>
        </pc:spChg>
        <pc:spChg chg="add mod">
          <ac:chgData name="Sutar, Monal Gajanan (Cognizant)" userId="cbef091d-1278-48f6-97ae-0b476c410a24" providerId="ADAL" clId="{69AB6919-4147-41D2-8237-888729AF7CC5}" dt="2026-05-25T09:42:52.944" v="155" actId="20577"/>
          <ac:spMkLst>
            <pc:docMk/>
            <pc:sldMk cId="3113910409" sldId="290"/>
            <ac:spMk id="6" creationId="{043F25F9-9DE4-4622-B036-547F460C43A0}"/>
          </ac:spMkLst>
        </pc:spChg>
      </pc:sldChg>
      <pc:sldChg chg="addSp delSp modSp new mod modClrScheme chgLayout">
        <pc:chgData name="Sutar, Monal Gajanan (Cognizant)" userId="cbef091d-1278-48f6-97ae-0b476c410a24" providerId="ADAL" clId="{69AB6919-4147-41D2-8237-888729AF7CC5}" dt="2026-05-25T09:42:31.967" v="154" actId="5793"/>
        <pc:sldMkLst>
          <pc:docMk/>
          <pc:sldMk cId="379410628" sldId="291"/>
        </pc:sldMkLst>
        <pc:spChg chg="add mod ord">
          <ac:chgData name="Sutar, Monal Gajanan (Cognizant)" userId="cbef091d-1278-48f6-97ae-0b476c410a24" providerId="ADAL" clId="{69AB6919-4147-41D2-8237-888729AF7CC5}" dt="2026-05-25T09:38:37.167" v="135" actId="20577"/>
          <ac:spMkLst>
            <pc:docMk/>
            <pc:sldMk cId="379410628" sldId="291"/>
            <ac:spMk id="7" creationId="{8B8837ED-3832-9C53-44FA-9CCD3624038E}"/>
          </ac:spMkLst>
        </pc:spChg>
        <pc:spChg chg="add mod">
          <ac:chgData name="Sutar, Monal Gajanan (Cognizant)" userId="cbef091d-1278-48f6-97ae-0b476c410a24" providerId="ADAL" clId="{69AB6919-4147-41D2-8237-888729AF7CC5}" dt="2026-05-25T09:42:31.967" v="154" actId="5793"/>
          <ac:spMkLst>
            <pc:docMk/>
            <pc:sldMk cId="379410628" sldId="291"/>
            <ac:spMk id="11" creationId="{551FCAF5-46D5-D21C-ABBA-72976EF8DEB1}"/>
          </ac:spMkLst>
        </pc:spChg>
        <pc:picChg chg="add mod">
          <ac:chgData name="Sutar, Monal Gajanan (Cognizant)" userId="cbef091d-1278-48f6-97ae-0b476c410a24" providerId="ADAL" clId="{69AB6919-4147-41D2-8237-888729AF7CC5}" dt="2026-05-25T09:40:10.021" v="143" actId="1076"/>
          <ac:picMkLst>
            <pc:docMk/>
            <pc:sldMk cId="379410628" sldId="291"/>
            <ac:picMk id="6" creationId="{1EC5F9CE-E452-4863-FF49-DE1369B030E2}"/>
          </ac:picMkLst>
        </pc:picChg>
      </pc:sldChg>
      <pc:sldChg chg="addSp delSp modSp new mod">
        <pc:chgData name="Sutar, Monal Gajanan (Cognizant)" userId="cbef091d-1278-48f6-97ae-0b476c410a24" providerId="ADAL" clId="{69AB6919-4147-41D2-8237-888729AF7CC5}" dt="2026-05-26T06:30:22.155" v="229" actId="404"/>
        <pc:sldMkLst>
          <pc:docMk/>
          <pc:sldMk cId="1022896505" sldId="292"/>
        </pc:sldMkLst>
        <pc:spChg chg="mod">
          <ac:chgData name="Sutar, Monal Gajanan (Cognizant)" userId="cbef091d-1278-48f6-97ae-0b476c410a24" providerId="ADAL" clId="{69AB6919-4147-41D2-8237-888729AF7CC5}" dt="2026-05-26T06:26:54.222" v="227" actId="20577"/>
          <ac:spMkLst>
            <pc:docMk/>
            <pc:sldMk cId="1022896505" sldId="292"/>
            <ac:spMk id="2" creationId="{C945870B-5D5D-99CF-7CCE-B14B54F2179A}"/>
          </ac:spMkLst>
        </pc:spChg>
        <pc:spChg chg="add mod">
          <ac:chgData name="Sutar, Monal Gajanan (Cognizant)" userId="cbef091d-1278-48f6-97ae-0b476c410a24" providerId="ADAL" clId="{69AB6919-4147-41D2-8237-888729AF7CC5}" dt="2026-05-26T06:30:22.155" v="229" actId="404"/>
          <ac:spMkLst>
            <pc:docMk/>
            <pc:sldMk cId="1022896505" sldId="292"/>
            <ac:spMk id="6" creationId="{2ECCC534-8B6E-FD10-77A2-749AF776BD4D}"/>
          </ac:spMkLst>
        </pc:spChg>
      </pc:sldChg>
      <pc:sldChg chg="modSp new mod">
        <pc:chgData name="Sutar, Monal Gajanan (Cognizant)" userId="cbef091d-1278-48f6-97ae-0b476c410a24" providerId="ADAL" clId="{69AB6919-4147-41D2-8237-888729AF7CC5}" dt="2026-05-28T14:35:10.520" v="414" actId="108"/>
        <pc:sldMkLst>
          <pc:docMk/>
          <pc:sldMk cId="374916555" sldId="293"/>
        </pc:sldMkLst>
        <pc:spChg chg="mod">
          <ac:chgData name="Sutar, Monal Gajanan (Cognizant)" userId="cbef091d-1278-48f6-97ae-0b476c410a24" providerId="ADAL" clId="{69AB6919-4147-41D2-8237-888729AF7CC5}" dt="2026-05-28T14:35:10.520" v="414" actId="108"/>
          <ac:spMkLst>
            <pc:docMk/>
            <pc:sldMk cId="374916555" sldId="293"/>
            <ac:spMk id="2" creationId="{A59F85B1-B540-1F27-84CC-46888A6965FB}"/>
          </ac:spMkLst>
        </pc:spChg>
        <pc:spChg chg="mod">
          <ac:chgData name="Sutar, Monal Gajanan (Cognizant)" userId="cbef091d-1278-48f6-97ae-0b476c410a24" providerId="ADAL" clId="{69AB6919-4147-41D2-8237-888729AF7CC5}" dt="2026-05-28T14:34:49.499" v="409" actId="21"/>
          <ac:spMkLst>
            <pc:docMk/>
            <pc:sldMk cId="374916555" sldId="293"/>
            <ac:spMk id="3" creationId="{558EC822-7DA5-4743-E4FB-7038B9256325}"/>
          </ac:spMkLst>
        </pc:spChg>
      </pc:sldChg>
      <pc:sldChg chg="addSp delSp modSp new mod modClrScheme chgLayout">
        <pc:chgData name="Sutar, Monal Gajanan (Cognizant)" userId="cbef091d-1278-48f6-97ae-0b476c410a24" providerId="ADAL" clId="{69AB6919-4147-41D2-8237-888729AF7CC5}" dt="2026-05-28T17:49:03.122" v="661" actId="14100"/>
        <pc:sldMkLst>
          <pc:docMk/>
          <pc:sldMk cId="1808386008" sldId="294"/>
        </pc:sldMkLst>
        <pc:spChg chg="del mod ord">
          <ac:chgData name="Sutar, Monal Gajanan (Cognizant)" userId="cbef091d-1278-48f6-97ae-0b476c410a24" providerId="ADAL" clId="{69AB6919-4147-41D2-8237-888729AF7CC5}" dt="2026-05-28T14:35:40.444" v="416" actId="700"/>
          <ac:spMkLst>
            <pc:docMk/>
            <pc:sldMk cId="1808386008" sldId="294"/>
            <ac:spMk id="2" creationId="{9137168A-9E65-1146-6BBA-8DC1500A5AD4}"/>
          </ac:spMkLst>
        </pc:spChg>
        <pc:spChg chg="del">
          <ac:chgData name="Sutar, Monal Gajanan (Cognizant)" userId="cbef091d-1278-48f6-97ae-0b476c410a24" providerId="ADAL" clId="{69AB6919-4147-41D2-8237-888729AF7CC5}" dt="2026-05-28T14:35:40.444" v="416" actId="700"/>
          <ac:spMkLst>
            <pc:docMk/>
            <pc:sldMk cId="1808386008" sldId="294"/>
            <ac:spMk id="3" creationId="{4E7FE01D-71BC-D60C-E01C-243F889F603A}"/>
          </ac:spMkLst>
        </pc:spChg>
        <pc:spChg chg="del mod ord">
          <ac:chgData name="Sutar, Monal Gajanan (Cognizant)" userId="cbef091d-1278-48f6-97ae-0b476c410a24" providerId="ADAL" clId="{69AB6919-4147-41D2-8237-888729AF7CC5}" dt="2026-05-28T14:35:40.444" v="416" actId="700"/>
          <ac:spMkLst>
            <pc:docMk/>
            <pc:sldMk cId="1808386008" sldId="294"/>
            <ac:spMk id="4" creationId="{84D11118-E79F-FDD2-64B7-9A57E8D9D632}"/>
          </ac:spMkLst>
        </pc:spChg>
        <pc:spChg chg="del">
          <ac:chgData name="Sutar, Monal Gajanan (Cognizant)" userId="cbef091d-1278-48f6-97ae-0b476c410a24" providerId="ADAL" clId="{69AB6919-4147-41D2-8237-888729AF7CC5}" dt="2026-05-28T14:35:40.444" v="416" actId="700"/>
          <ac:spMkLst>
            <pc:docMk/>
            <pc:sldMk cId="1808386008" sldId="294"/>
            <ac:spMk id="5" creationId="{B3E73B19-7AE9-809F-2DB4-A7A4BE0CB278}"/>
          </ac:spMkLst>
        </pc:spChg>
        <pc:spChg chg="del mod ord">
          <ac:chgData name="Sutar, Monal Gajanan (Cognizant)" userId="cbef091d-1278-48f6-97ae-0b476c410a24" providerId="ADAL" clId="{69AB6919-4147-41D2-8237-888729AF7CC5}" dt="2026-05-28T14:35:40.444" v="416" actId="700"/>
          <ac:spMkLst>
            <pc:docMk/>
            <pc:sldMk cId="1808386008" sldId="294"/>
            <ac:spMk id="6" creationId="{E371679E-2E81-ACA4-7DB8-15FD73627329}"/>
          </ac:spMkLst>
        </pc:spChg>
        <pc:spChg chg="add del mod ord">
          <ac:chgData name="Sutar, Monal Gajanan (Cognizant)" userId="cbef091d-1278-48f6-97ae-0b476c410a24" providerId="ADAL" clId="{69AB6919-4147-41D2-8237-888729AF7CC5}" dt="2026-05-28T14:41:47.268" v="488" actId="478"/>
          <ac:spMkLst>
            <pc:docMk/>
            <pc:sldMk cId="1808386008" sldId="294"/>
            <ac:spMk id="7" creationId="{D2FE949A-DE2C-7BC5-D805-4F4C0ED6065E}"/>
          </ac:spMkLst>
        </pc:spChg>
        <pc:spChg chg="add del mod ord">
          <ac:chgData name="Sutar, Monal Gajanan (Cognizant)" userId="cbef091d-1278-48f6-97ae-0b476c410a24" providerId="ADAL" clId="{69AB6919-4147-41D2-8237-888729AF7CC5}" dt="2026-05-28T14:42:59.760" v="506" actId="404"/>
          <ac:spMkLst>
            <pc:docMk/>
            <pc:sldMk cId="1808386008" sldId="294"/>
            <ac:spMk id="8" creationId="{0B45F194-4B07-18FE-576E-F72D36C6A441}"/>
          </ac:spMkLst>
        </pc:spChg>
        <pc:spChg chg="add mod ord">
          <ac:chgData name="Sutar, Monal Gajanan (Cognizant)" userId="cbef091d-1278-48f6-97ae-0b476c410a24" providerId="ADAL" clId="{69AB6919-4147-41D2-8237-888729AF7CC5}" dt="2026-05-28T17:49:03.122" v="661" actId="14100"/>
          <ac:spMkLst>
            <pc:docMk/>
            <pc:sldMk cId="1808386008" sldId="294"/>
            <ac:spMk id="9" creationId="{3268F639-0EAD-C7E8-17FE-B095FC539839}"/>
          </ac:spMkLst>
        </pc:spChg>
        <pc:spChg chg="add del mod">
          <ac:chgData name="Sutar, Monal Gajanan (Cognizant)" userId="cbef091d-1278-48f6-97ae-0b476c410a24" providerId="ADAL" clId="{69AB6919-4147-41D2-8237-888729AF7CC5}" dt="2026-05-28T14:36:26.233" v="428"/>
          <ac:spMkLst>
            <pc:docMk/>
            <pc:sldMk cId="1808386008" sldId="294"/>
            <ac:spMk id="12" creationId="{8EFCB40B-BB8A-8788-5862-0D78A2604A20}"/>
          </ac:spMkLst>
        </pc:spChg>
        <pc:graphicFrameChg chg="add mod">
          <ac:chgData name="Sutar, Monal Gajanan (Cognizant)" userId="cbef091d-1278-48f6-97ae-0b476c410a24" providerId="ADAL" clId="{69AB6919-4147-41D2-8237-888729AF7CC5}" dt="2026-05-28T14:35:52.173" v="418"/>
          <ac:graphicFrameMkLst>
            <pc:docMk/>
            <pc:sldMk cId="1808386008" sldId="294"/>
            <ac:graphicFrameMk id="10" creationId="{CA3357DF-89CB-19CF-5E6D-EED270C3678F}"/>
          </ac:graphicFrameMkLst>
        </pc:graphicFrameChg>
        <pc:picChg chg="add mod modCrop">
          <ac:chgData name="Sutar, Monal Gajanan (Cognizant)" userId="cbef091d-1278-48f6-97ae-0b476c410a24" providerId="ADAL" clId="{69AB6919-4147-41D2-8237-888729AF7CC5}" dt="2026-05-28T14:43:08.694" v="508" actId="1076"/>
          <ac:picMkLst>
            <pc:docMk/>
            <pc:sldMk cId="1808386008" sldId="294"/>
            <ac:picMk id="14" creationId="{B5B84884-6200-D6E0-D46C-C6BCDC425AF9}"/>
          </ac:picMkLst>
        </pc:picChg>
      </pc:sldChg>
      <pc:sldChg chg="addSp delSp modSp new mod modClrScheme chgLayout">
        <pc:chgData name="Sutar, Monal Gajanan (Cognizant)" userId="cbef091d-1278-48f6-97ae-0b476c410a24" providerId="ADAL" clId="{69AB6919-4147-41D2-8237-888729AF7CC5}" dt="2026-05-28T14:39:37.626" v="456" actId="20577"/>
        <pc:sldMkLst>
          <pc:docMk/>
          <pc:sldMk cId="2350626766" sldId="295"/>
        </pc:sldMkLst>
        <pc:spChg chg="del mod ord">
          <ac:chgData name="Sutar, Monal Gajanan (Cognizant)" userId="cbef091d-1278-48f6-97ae-0b476c410a24" providerId="ADAL" clId="{69AB6919-4147-41D2-8237-888729AF7CC5}" dt="2026-05-28T14:39:12.661" v="430" actId="700"/>
          <ac:spMkLst>
            <pc:docMk/>
            <pc:sldMk cId="2350626766" sldId="295"/>
            <ac:spMk id="2" creationId="{407481E5-414A-6070-35DA-0B5C63CBD23B}"/>
          </ac:spMkLst>
        </pc:spChg>
        <pc:spChg chg="del mod ord">
          <ac:chgData name="Sutar, Monal Gajanan (Cognizant)" userId="cbef091d-1278-48f6-97ae-0b476c410a24" providerId="ADAL" clId="{69AB6919-4147-41D2-8237-888729AF7CC5}" dt="2026-05-28T14:39:12.661" v="430" actId="700"/>
          <ac:spMkLst>
            <pc:docMk/>
            <pc:sldMk cId="2350626766" sldId="295"/>
            <ac:spMk id="3" creationId="{471219AE-8325-D5E3-7996-0127E03F16F1}"/>
          </ac:spMkLst>
        </pc:spChg>
        <pc:spChg chg="del">
          <ac:chgData name="Sutar, Monal Gajanan (Cognizant)" userId="cbef091d-1278-48f6-97ae-0b476c410a24" providerId="ADAL" clId="{69AB6919-4147-41D2-8237-888729AF7CC5}" dt="2026-05-28T14:39:12.661" v="430" actId="700"/>
          <ac:spMkLst>
            <pc:docMk/>
            <pc:sldMk cId="2350626766" sldId="295"/>
            <ac:spMk id="4" creationId="{1BEF3108-04BE-B7BA-551B-757CDB84BF20}"/>
          </ac:spMkLst>
        </pc:spChg>
        <pc:spChg chg="add mod ord">
          <ac:chgData name="Sutar, Monal Gajanan (Cognizant)" userId="cbef091d-1278-48f6-97ae-0b476c410a24" providerId="ADAL" clId="{69AB6919-4147-41D2-8237-888729AF7CC5}" dt="2026-05-28T14:39:20.627" v="453" actId="20577"/>
          <ac:spMkLst>
            <pc:docMk/>
            <pc:sldMk cId="2350626766" sldId="295"/>
            <ac:spMk id="5" creationId="{25B46176-7648-E592-40C5-5A72275DFEA0}"/>
          </ac:spMkLst>
        </pc:spChg>
        <pc:spChg chg="add mod ord">
          <ac:chgData name="Sutar, Monal Gajanan (Cognizant)" userId="cbef091d-1278-48f6-97ae-0b476c410a24" providerId="ADAL" clId="{69AB6919-4147-41D2-8237-888729AF7CC5}" dt="2026-05-28T14:39:37.626" v="456" actId="20577"/>
          <ac:spMkLst>
            <pc:docMk/>
            <pc:sldMk cId="2350626766" sldId="295"/>
            <ac:spMk id="6" creationId="{7D83108F-6509-6A5A-047D-1596C456F83E}"/>
          </ac:spMkLst>
        </pc:spChg>
      </pc:sldChg>
      <pc:sldChg chg="modSp new mod">
        <pc:chgData name="Sutar, Monal Gajanan (Cognizant)" userId="cbef091d-1278-48f6-97ae-0b476c410a24" providerId="ADAL" clId="{69AB6919-4147-41D2-8237-888729AF7CC5}" dt="2026-05-28T14:40:06.841" v="478" actId="20577"/>
        <pc:sldMkLst>
          <pc:docMk/>
          <pc:sldMk cId="4161028535" sldId="296"/>
        </pc:sldMkLst>
        <pc:spChg chg="mod">
          <ac:chgData name="Sutar, Monal Gajanan (Cognizant)" userId="cbef091d-1278-48f6-97ae-0b476c410a24" providerId="ADAL" clId="{69AB6919-4147-41D2-8237-888729AF7CC5}" dt="2026-05-28T14:39:58.938" v="476" actId="20577"/>
          <ac:spMkLst>
            <pc:docMk/>
            <pc:sldMk cId="4161028535" sldId="296"/>
            <ac:spMk id="2" creationId="{EEF62473-FCA9-EA0C-4728-2149C5271D35}"/>
          </ac:spMkLst>
        </pc:spChg>
        <pc:spChg chg="mod">
          <ac:chgData name="Sutar, Monal Gajanan (Cognizant)" userId="cbef091d-1278-48f6-97ae-0b476c410a24" providerId="ADAL" clId="{69AB6919-4147-41D2-8237-888729AF7CC5}" dt="2026-05-28T14:40:06.841" v="478" actId="20577"/>
          <ac:spMkLst>
            <pc:docMk/>
            <pc:sldMk cId="4161028535" sldId="296"/>
            <ac:spMk id="3" creationId="{423E4EAB-CF86-D056-6956-6F8FD4C00FB5}"/>
          </ac:spMkLst>
        </pc:spChg>
      </pc:sldChg>
      <pc:sldChg chg="modSp new mod ord">
        <pc:chgData name="Sutar, Monal Gajanan (Cognizant)" userId="cbef091d-1278-48f6-97ae-0b476c410a24" providerId="ADAL" clId="{69AB6919-4147-41D2-8237-888729AF7CC5}" dt="2026-05-28T14:51:09.016" v="555"/>
        <pc:sldMkLst>
          <pc:docMk/>
          <pc:sldMk cId="869086269" sldId="297"/>
        </pc:sldMkLst>
        <pc:spChg chg="mod">
          <ac:chgData name="Sutar, Monal Gajanan (Cognizant)" userId="cbef091d-1278-48f6-97ae-0b476c410a24" providerId="ADAL" clId="{69AB6919-4147-41D2-8237-888729AF7CC5}" dt="2026-05-28T14:40:58.675" v="485" actId="108"/>
          <ac:spMkLst>
            <pc:docMk/>
            <pc:sldMk cId="869086269" sldId="297"/>
            <ac:spMk id="2" creationId="{B9F5411A-58D8-0243-CDDF-4CC16800E3DB}"/>
          </ac:spMkLst>
        </pc:spChg>
        <pc:spChg chg="mod">
          <ac:chgData name="Sutar, Monal Gajanan (Cognizant)" userId="cbef091d-1278-48f6-97ae-0b476c410a24" providerId="ADAL" clId="{69AB6919-4147-41D2-8237-888729AF7CC5}" dt="2026-05-28T14:40:38.586" v="481" actId="21"/>
          <ac:spMkLst>
            <pc:docMk/>
            <pc:sldMk cId="869086269" sldId="297"/>
            <ac:spMk id="3" creationId="{1E2E5871-AF97-F26C-304D-04713539FFAA}"/>
          </ac:spMkLst>
        </pc:spChg>
      </pc:sldChg>
      <pc:sldChg chg="addSp delSp modSp new">
        <pc:chgData name="Sutar, Monal Gajanan (Cognizant)" userId="cbef091d-1278-48f6-97ae-0b476c410a24" providerId="ADAL" clId="{69AB6919-4147-41D2-8237-888729AF7CC5}" dt="2026-05-28T14:52:39.550" v="564" actId="478"/>
        <pc:sldMkLst>
          <pc:docMk/>
          <pc:sldMk cId="1475904843" sldId="298"/>
        </pc:sldMkLst>
        <pc:spChg chg="mod">
          <ac:chgData name="Sutar, Monal Gajanan (Cognizant)" userId="cbef091d-1278-48f6-97ae-0b476c410a24" providerId="ADAL" clId="{69AB6919-4147-41D2-8237-888729AF7CC5}" dt="2026-05-28T14:48:50.190" v="510"/>
          <ac:spMkLst>
            <pc:docMk/>
            <pc:sldMk cId="1475904843" sldId="298"/>
            <ac:spMk id="2" creationId="{0C8768DD-6861-A419-3693-DD4FD5590B34}"/>
          </ac:spMkLst>
        </pc:spChg>
        <pc:spChg chg="add del mod">
          <ac:chgData name="Sutar, Monal Gajanan (Cognizant)" userId="cbef091d-1278-48f6-97ae-0b476c410a24" providerId="ADAL" clId="{69AB6919-4147-41D2-8237-888729AF7CC5}" dt="2026-05-28T14:52:39.550" v="564" actId="478"/>
          <ac:spMkLst>
            <pc:docMk/>
            <pc:sldMk cId="1475904843" sldId="298"/>
            <ac:spMk id="3" creationId="{A28A755B-C3F8-DE84-C60D-6F4D56C9C1FB}"/>
          </ac:spMkLst>
        </pc:spChg>
        <pc:spChg chg="add del mod">
          <ac:chgData name="Sutar, Monal Gajanan (Cognizant)" userId="cbef091d-1278-48f6-97ae-0b476c410a24" providerId="ADAL" clId="{69AB6919-4147-41D2-8237-888729AF7CC5}" dt="2026-05-28T14:52:39.550" v="564" actId="478"/>
          <ac:spMkLst>
            <pc:docMk/>
            <pc:sldMk cId="1475904843" sldId="298"/>
            <ac:spMk id="4" creationId="{F4AC1662-6EFD-5631-76A1-01DB0D031EFB}"/>
          </ac:spMkLst>
        </pc:spChg>
        <pc:spChg chg="add mod">
          <ac:chgData name="Sutar, Monal Gajanan (Cognizant)" userId="cbef091d-1278-48f6-97ae-0b476c410a24" providerId="ADAL" clId="{69AB6919-4147-41D2-8237-888729AF7CC5}" dt="2026-05-28T14:52:38.611" v="563" actId="478"/>
          <ac:spMkLst>
            <pc:docMk/>
            <pc:sldMk cId="1475904843" sldId="298"/>
            <ac:spMk id="5" creationId="{6B829C9A-3FFD-F556-0348-1CF0A4731C9B}"/>
          </ac:spMkLst>
        </pc:spChg>
      </pc:sldChg>
      <pc:sldChg chg="modSp new mod">
        <pc:chgData name="Sutar, Monal Gajanan (Cognizant)" userId="cbef091d-1278-48f6-97ae-0b476c410a24" providerId="ADAL" clId="{69AB6919-4147-41D2-8237-888729AF7CC5}" dt="2026-05-28T14:50:06.040" v="529" actId="27636"/>
        <pc:sldMkLst>
          <pc:docMk/>
          <pc:sldMk cId="1856495276" sldId="299"/>
        </pc:sldMkLst>
        <pc:spChg chg="mod">
          <ac:chgData name="Sutar, Monal Gajanan (Cognizant)" userId="cbef091d-1278-48f6-97ae-0b476c410a24" providerId="ADAL" clId="{69AB6919-4147-41D2-8237-888729AF7CC5}" dt="2026-05-28T14:49:39.068" v="526" actId="20577"/>
          <ac:spMkLst>
            <pc:docMk/>
            <pc:sldMk cId="1856495276" sldId="299"/>
            <ac:spMk id="2" creationId="{ED6E2784-8EEA-0DCD-9F63-B87A98A4132B}"/>
          </ac:spMkLst>
        </pc:spChg>
        <pc:spChg chg="mod">
          <ac:chgData name="Sutar, Monal Gajanan (Cognizant)" userId="cbef091d-1278-48f6-97ae-0b476c410a24" providerId="ADAL" clId="{69AB6919-4147-41D2-8237-888729AF7CC5}" dt="2026-05-28T14:50:06.040" v="529" actId="27636"/>
          <ac:spMkLst>
            <pc:docMk/>
            <pc:sldMk cId="1856495276" sldId="299"/>
            <ac:spMk id="3" creationId="{E84E29F7-A889-C1A5-A6EC-4CABA46619FA}"/>
          </ac:spMkLst>
        </pc:spChg>
      </pc:sldChg>
      <pc:sldChg chg="modSp new mod">
        <pc:chgData name="Sutar, Monal Gajanan (Cognizant)" userId="cbef091d-1278-48f6-97ae-0b476c410a24" providerId="ADAL" clId="{69AB6919-4147-41D2-8237-888729AF7CC5}" dt="2026-05-28T14:50:50.130" v="551" actId="20577"/>
        <pc:sldMkLst>
          <pc:docMk/>
          <pc:sldMk cId="456179460" sldId="300"/>
        </pc:sldMkLst>
        <pc:spChg chg="mod">
          <ac:chgData name="Sutar, Monal Gajanan (Cognizant)" userId="cbef091d-1278-48f6-97ae-0b476c410a24" providerId="ADAL" clId="{69AB6919-4147-41D2-8237-888729AF7CC5}" dt="2026-05-28T14:50:18.781" v="544" actId="20577"/>
          <ac:spMkLst>
            <pc:docMk/>
            <pc:sldMk cId="456179460" sldId="300"/>
            <ac:spMk id="2" creationId="{FF70CEDA-C6F1-0BFD-0BBF-83185ED6FE34}"/>
          </ac:spMkLst>
        </pc:spChg>
        <pc:spChg chg="mod">
          <ac:chgData name="Sutar, Monal Gajanan (Cognizant)" userId="cbef091d-1278-48f6-97ae-0b476c410a24" providerId="ADAL" clId="{69AB6919-4147-41D2-8237-888729AF7CC5}" dt="2026-05-28T14:50:50.130" v="551" actId="20577"/>
          <ac:spMkLst>
            <pc:docMk/>
            <pc:sldMk cId="456179460" sldId="300"/>
            <ac:spMk id="3" creationId="{D4BCCEA6-8256-72F3-F58E-124722EA0975}"/>
          </ac:spMkLst>
        </pc:spChg>
      </pc:sldChg>
      <pc:sldChg chg="addSp delSp modSp new mod">
        <pc:chgData name="Sutar, Monal Gajanan (Cognizant)" userId="cbef091d-1278-48f6-97ae-0b476c410a24" providerId="ADAL" clId="{69AB6919-4147-41D2-8237-888729AF7CC5}" dt="2026-05-28T14:59:48.655" v="586" actId="1076"/>
        <pc:sldMkLst>
          <pc:docMk/>
          <pc:sldMk cId="2670696871" sldId="301"/>
        </pc:sldMkLst>
        <pc:spChg chg="mod">
          <ac:chgData name="Sutar, Monal Gajanan (Cognizant)" userId="cbef091d-1278-48f6-97ae-0b476c410a24" providerId="ADAL" clId="{69AB6919-4147-41D2-8237-888729AF7CC5}" dt="2026-05-28T14:57:24.240" v="566"/>
          <ac:spMkLst>
            <pc:docMk/>
            <pc:sldMk cId="2670696871" sldId="301"/>
            <ac:spMk id="2" creationId="{00F4BB1C-57F0-85CC-F168-38AAA66616C7}"/>
          </ac:spMkLst>
        </pc:spChg>
        <pc:spChg chg="add del mod">
          <ac:chgData name="Sutar, Monal Gajanan (Cognizant)" userId="cbef091d-1278-48f6-97ae-0b476c410a24" providerId="ADAL" clId="{69AB6919-4147-41D2-8237-888729AF7CC5}" dt="2026-05-28T14:59:06.652" v="579" actId="27636"/>
          <ac:spMkLst>
            <pc:docMk/>
            <pc:sldMk cId="2670696871" sldId="301"/>
            <ac:spMk id="3" creationId="{283E78D3-2659-6E96-D857-67A9561C3894}"/>
          </ac:spMkLst>
        </pc:spChg>
        <pc:graphicFrameChg chg="add mod">
          <ac:chgData name="Sutar, Monal Gajanan (Cognizant)" userId="cbef091d-1278-48f6-97ae-0b476c410a24" providerId="ADAL" clId="{69AB6919-4147-41D2-8237-888729AF7CC5}" dt="2026-05-28T14:58:41.379" v="568"/>
          <ac:graphicFrameMkLst>
            <pc:docMk/>
            <pc:sldMk cId="2670696871" sldId="301"/>
            <ac:graphicFrameMk id="4" creationId="{60F8D006-8CC2-6E28-FE2B-AD282F3E9E6E}"/>
          </ac:graphicFrameMkLst>
        </pc:graphicFrameChg>
        <pc:picChg chg="add mod">
          <ac:chgData name="Sutar, Monal Gajanan (Cognizant)" userId="cbef091d-1278-48f6-97ae-0b476c410a24" providerId="ADAL" clId="{69AB6919-4147-41D2-8237-888729AF7CC5}" dt="2026-05-28T14:59:48.655" v="586" actId="1076"/>
          <ac:picMkLst>
            <pc:docMk/>
            <pc:sldMk cId="2670696871" sldId="301"/>
            <ac:picMk id="4098" creationId="{0EEC07DB-0F96-7EC9-5A3F-0C9DA147A2CF}"/>
          </ac:picMkLst>
        </pc:picChg>
      </pc:sldChg>
      <pc:sldChg chg="addSp modSp new mod setBg">
        <pc:chgData name="Sutar, Monal Gajanan (Cognizant)" userId="cbef091d-1278-48f6-97ae-0b476c410a24" providerId="ADAL" clId="{69AB6919-4147-41D2-8237-888729AF7CC5}" dt="2026-05-28T17:08:15.103" v="616" actId="14100"/>
        <pc:sldMkLst>
          <pc:docMk/>
          <pc:sldMk cId="813403217" sldId="302"/>
        </pc:sldMkLst>
        <pc:spChg chg="mod">
          <ac:chgData name="Sutar, Monal Gajanan (Cognizant)" userId="cbef091d-1278-48f6-97ae-0b476c410a24" providerId="ADAL" clId="{69AB6919-4147-41D2-8237-888729AF7CC5}" dt="2026-05-28T17:07:50.980" v="611" actId="26606"/>
          <ac:spMkLst>
            <pc:docMk/>
            <pc:sldMk cId="813403217" sldId="302"/>
            <ac:spMk id="2" creationId="{A4B3EBF5-3BDC-86DB-9E92-441CD3A0B83C}"/>
          </ac:spMkLst>
        </pc:spChg>
        <pc:spChg chg="mod">
          <ac:chgData name="Sutar, Monal Gajanan (Cognizant)" userId="cbef091d-1278-48f6-97ae-0b476c410a24" providerId="ADAL" clId="{69AB6919-4147-41D2-8237-888729AF7CC5}" dt="2026-05-28T17:08:15.103" v="616" actId="14100"/>
          <ac:spMkLst>
            <pc:docMk/>
            <pc:sldMk cId="813403217" sldId="302"/>
            <ac:spMk id="3" creationId="{750CAC01-5134-44BA-6A61-EF5A74828C02}"/>
          </ac:spMkLst>
        </pc:spChg>
        <pc:spChg chg="add">
          <ac:chgData name="Sutar, Monal Gajanan (Cognizant)" userId="cbef091d-1278-48f6-97ae-0b476c410a24" providerId="ADAL" clId="{69AB6919-4147-41D2-8237-888729AF7CC5}" dt="2026-05-28T17:07:50.980" v="611" actId="26606"/>
          <ac:spMkLst>
            <pc:docMk/>
            <pc:sldMk cId="813403217" sldId="302"/>
            <ac:spMk id="5127" creationId="{AF6CB648-9554-488A-B457-99CAAD1DA528}"/>
          </ac:spMkLst>
        </pc:spChg>
        <pc:spChg chg="add">
          <ac:chgData name="Sutar, Monal Gajanan (Cognizant)" userId="cbef091d-1278-48f6-97ae-0b476c410a24" providerId="ADAL" clId="{69AB6919-4147-41D2-8237-888729AF7CC5}" dt="2026-05-28T17:07:50.980" v="611" actId="26606"/>
          <ac:spMkLst>
            <pc:docMk/>
            <pc:sldMk cId="813403217" sldId="302"/>
            <ac:spMk id="5129" creationId="{E3ADCBE7-9330-1CDA-00EB-CDD12DB722FF}"/>
          </ac:spMkLst>
        </pc:spChg>
        <pc:picChg chg="add mod">
          <ac:chgData name="Sutar, Monal Gajanan (Cognizant)" userId="cbef091d-1278-48f6-97ae-0b476c410a24" providerId="ADAL" clId="{69AB6919-4147-41D2-8237-888729AF7CC5}" dt="2026-05-28T17:07:56.535" v="612" actId="1076"/>
          <ac:picMkLst>
            <pc:docMk/>
            <pc:sldMk cId="813403217" sldId="302"/>
            <ac:picMk id="5122" creationId="{E10D8A45-8D70-56A1-B6E8-DB81BFCB6424}"/>
          </ac:picMkLst>
        </pc:picChg>
      </pc:sldChg>
      <pc:sldChg chg="addSp delSp modSp new mod ord setBg">
        <pc:chgData name="Sutar, Monal Gajanan (Cognizant)" userId="cbef091d-1278-48f6-97ae-0b476c410a24" providerId="ADAL" clId="{69AB6919-4147-41D2-8237-888729AF7CC5}" dt="2026-05-28T17:22:28.898" v="656"/>
        <pc:sldMkLst>
          <pc:docMk/>
          <pc:sldMk cId="12670939" sldId="303"/>
        </pc:sldMkLst>
        <pc:spChg chg="mod">
          <ac:chgData name="Sutar, Monal Gajanan (Cognizant)" userId="cbef091d-1278-48f6-97ae-0b476c410a24" providerId="ADAL" clId="{69AB6919-4147-41D2-8237-888729AF7CC5}" dt="2026-05-28T17:21:37.399" v="653" actId="26606"/>
          <ac:spMkLst>
            <pc:docMk/>
            <pc:sldMk cId="12670939" sldId="303"/>
            <ac:spMk id="2" creationId="{A606D608-EB3C-B57C-D3E0-9581BC740398}"/>
          </ac:spMkLst>
        </pc:spChg>
        <pc:spChg chg="del">
          <ac:chgData name="Sutar, Monal Gajanan (Cognizant)" userId="cbef091d-1278-48f6-97ae-0b476c410a24" providerId="ADAL" clId="{69AB6919-4147-41D2-8237-888729AF7CC5}" dt="2026-05-28T17:18:33.893" v="624"/>
          <ac:spMkLst>
            <pc:docMk/>
            <pc:sldMk cId="12670939" sldId="303"/>
            <ac:spMk id="3" creationId="{335BE95C-6DAF-432A-1763-BD8B8EEBC192}"/>
          </ac:spMkLst>
        </pc:spChg>
        <pc:spChg chg="add del mod">
          <ac:chgData name="Sutar, Monal Gajanan (Cognizant)" userId="cbef091d-1278-48f6-97ae-0b476c410a24" providerId="ADAL" clId="{69AB6919-4147-41D2-8237-888729AF7CC5}" dt="2026-05-28T17:21:37.399" v="653" actId="26606"/>
          <ac:spMkLst>
            <pc:docMk/>
            <pc:sldMk cId="12670939" sldId="303"/>
            <ac:spMk id="5" creationId="{39C5F7DB-50F7-3D67-9822-060E8748E961}"/>
          </ac:spMkLst>
        </pc:spChg>
        <pc:spChg chg="add del">
          <ac:chgData name="Sutar, Monal Gajanan (Cognizant)" userId="cbef091d-1278-48f6-97ae-0b476c410a24" providerId="ADAL" clId="{69AB6919-4147-41D2-8237-888729AF7CC5}" dt="2026-05-28T17:21:37.399" v="653" actId="26606"/>
          <ac:spMkLst>
            <pc:docMk/>
            <pc:sldMk cId="12670939" sldId="303"/>
            <ac:spMk id="6153" creationId="{04695F26-39DB-450E-B464-9C76CD233B36}"/>
          </ac:spMkLst>
        </pc:spChg>
        <pc:spChg chg="add del">
          <ac:chgData name="Sutar, Monal Gajanan (Cognizant)" userId="cbef091d-1278-48f6-97ae-0b476c410a24" providerId="ADAL" clId="{69AB6919-4147-41D2-8237-888729AF7CC5}" dt="2026-05-28T17:21:37.399" v="653" actId="26606"/>
          <ac:spMkLst>
            <pc:docMk/>
            <pc:sldMk cId="12670939" sldId="303"/>
            <ac:spMk id="6155" creationId="{2F42E55F-A297-474F-AF2D-6D3A15822BCA}"/>
          </ac:spMkLst>
        </pc:spChg>
        <pc:grpChg chg="add del">
          <ac:chgData name="Sutar, Monal Gajanan (Cognizant)" userId="cbef091d-1278-48f6-97ae-0b476c410a24" providerId="ADAL" clId="{69AB6919-4147-41D2-8237-888729AF7CC5}" dt="2026-05-28T17:21:37.399" v="653" actId="26606"/>
          <ac:grpSpMkLst>
            <pc:docMk/>
            <pc:sldMk cId="12670939" sldId="303"/>
            <ac:grpSpMk id="6157" creationId="{972070F7-E065-4D60-8938-9FB8CDB8ACB0}"/>
          </ac:grpSpMkLst>
        </pc:grpChg>
        <pc:picChg chg="add mod ord">
          <ac:chgData name="Sutar, Monal Gajanan (Cognizant)" userId="cbef091d-1278-48f6-97ae-0b476c410a24" providerId="ADAL" clId="{69AB6919-4147-41D2-8237-888729AF7CC5}" dt="2026-05-28T17:21:37.399" v="653" actId="26606"/>
          <ac:picMkLst>
            <pc:docMk/>
            <pc:sldMk cId="12670939" sldId="303"/>
            <ac:picMk id="6146" creationId="{3B50F894-3914-7D1A-3787-F688881A3E83}"/>
          </ac:picMkLst>
        </pc:picChg>
        <pc:picChg chg="add del mod">
          <ac:chgData name="Sutar, Monal Gajanan (Cognizant)" userId="cbef091d-1278-48f6-97ae-0b476c410a24" providerId="ADAL" clId="{69AB6919-4147-41D2-8237-888729AF7CC5}" dt="2026-05-28T17:21:39.997" v="654" actId="21"/>
          <ac:picMkLst>
            <pc:docMk/>
            <pc:sldMk cId="12670939" sldId="303"/>
            <ac:picMk id="6148" creationId="{E6784C63-BCBC-6FED-40E9-C36A833ED00F}"/>
          </ac:picMkLst>
        </pc:picChg>
      </pc:sldChg>
      <pc:sldChg chg="addSp delSp modSp new del mod">
        <pc:chgData name="Sutar, Monal Gajanan (Cognizant)" userId="cbef091d-1278-48f6-97ae-0b476c410a24" providerId="ADAL" clId="{69AB6919-4147-41D2-8237-888729AF7CC5}" dt="2026-05-28T17:44:41.121" v="660" actId="47"/>
        <pc:sldMkLst>
          <pc:docMk/>
          <pc:sldMk cId="3782304410" sldId="304"/>
        </pc:sldMkLst>
        <pc:spChg chg="del">
          <ac:chgData name="Sutar, Monal Gajanan (Cognizant)" userId="cbef091d-1278-48f6-97ae-0b476c410a24" providerId="ADAL" clId="{69AB6919-4147-41D2-8237-888729AF7CC5}" dt="2026-05-28T17:42:07.247" v="658" actId="22"/>
          <ac:spMkLst>
            <pc:docMk/>
            <pc:sldMk cId="3782304410" sldId="304"/>
            <ac:spMk id="3" creationId="{94460F16-1BCA-A023-00A6-F5ECBEF39A05}"/>
          </ac:spMkLst>
        </pc:spChg>
        <pc:spChg chg="add mod">
          <ac:chgData name="Sutar, Monal Gajanan (Cognizant)" userId="cbef091d-1278-48f6-97ae-0b476c410a24" providerId="ADAL" clId="{69AB6919-4147-41D2-8237-888729AF7CC5}" dt="2026-05-28T17:42:29.496" v="659" actId="478"/>
          <ac:spMkLst>
            <pc:docMk/>
            <pc:sldMk cId="3782304410" sldId="304"/>
            <ac:spMk id="7" creationId="{664BADB2-3507-6E67-8328-346E4685C86D}"/>
          </ac:spMkLst>
        </pc:spChg>
        <pc:picChg chg="add del mod ord">
          <ac:chgData name="Sutar, Monal Gajanan (Cognizant)" userId="cbef091d-1278-48f6-97ae-0b476c410a24" providerId="ADAL" clId="{69AB6919-4147-41D2-8237-888729AF7CC5}" dt="2026-05-28T17:42:29.496" v="659" actId="478"/>
          <ac:picMkLst>
            <pc:docMk/>
            <pc:sldMk cId="3782304410" sldId="304"/>
            <ac:picMk id="5" creationId="{8F7E712F-E0A9-AA97-B7EB-FE169719D44F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4" Type="http://schemas.openxmlformats.org/officeDocument/2006/relationships/image" Target="../media/image12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image" Target="../media/image17.svg"/><Relationship Id="rId4" Type="http://schemas.openxmlformats.org/officeDocument/2006/relationships/image" Target="../media/image2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4" Type="http://schemas.openxmlformats.org/officeDocument/2006/relationships/image" Target="../media/image12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image" Target="../media/image17.svg"/><Relationship Id="rId4" Type="http://schemas.openxmlformats.org/officeDocument/2006/relationships/image" Target="../media/image2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9B5C981-F594-4ECB-BCD1-50C5F1E85509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4F3A1EF9-143A-49EF-BB7F-6613350EA81A}">
      <dgm:prSet/>
      <dgm:spPr/>
      <dgm:t>
        <a:bodyPr/>
        <a:lstStyle/>
        <a:p>
          <a:pPr>
            <a:defRPr cap="all"/>
          </a:pPr>
          <a:r>
            <a:rPr lang="en-US"/>
            <a:t>Very high speed network</a:t>
          </a:r>
        </a:p>
      </dgm:t>
    </dgm:pt>
    <dgm:pt modelId="{376BA0BF-BE00-40D2-A658-8C83912C351F}" type="parTrans" cxnId="{DA80029F-F99B-4484-92DF-5AF1E5FCB816}">
      <dgm:prSet/>
      <dgm:spPr/>
      <dgm:t>
        <a:bodyPr/>
        <a:lstStyle/>
        <a:p>
          <a:endParaRPr lang="en-US"/>
        </a:p>
      </dgm:t>
    </dgm:pt>
    <dgm:pt modelId="{E897F6DD-FDF5-40E6-B682-30EED2D81B2E}" type="sibTrans" cxnId="{DA80029F-F99B-4484-92DF-5AF1E5FCB816}">
      <dgm:prSet/>
      <dgm:spPr/>
      <dgm:t>
        <a:bodyPr/>
        <a:lstStyle/>
        <a:p>
          <a:endParaRPr lang="en-US"/>
        </a:p>
      </dgm:t>
    </dgm:pt>
    <dgm:pt modelId="{66E39472-9B5B-4717-A25E-09FA2ED1E14A}">
      <dgm:prSet/>
      <dgm:spPr/>
      <dgm:t>
        <a:bodyPr/>
        <a:lstStyle/>
        <a:p>
          <a:pPr>
            <a:defRPr cap="all"/>
          </a:pPr>
          <a:r>
            <a:rPr lang="en-US"/>
            <a:t>Used in ADAS systems</a:t>
          </a:r>
        </a:p>
      </dgm:t>
    </dgm:pt>
    <dgm:pt modelId="{10B4DE28-53C5-43CC-851B-0BB0B6890EB0}" type="parTrans" cxnId="{EBAF8FF1-E51A-44EA-A200-4E01F03D29D1}">
      <dgm:prSet/>
      <dgm:spPr/>
      <dgm:t>
        <a:bodyPr/>
        <a:lstStyle/>
        <a:p>
          <a:endParaRPr lang="en-US"/>
        </a:p>
      </dgm:t>
    </dgm:pt>
    <dgm:pt modelId="{F1EB5378-D287-4790-A9A2-8323BEE88591}" type="sibTrans" cxnId="{EBAF8FF1-E51A-44EA-A200-4E01F03D29D1}">
      <dgm:prSet/>
      <dgm:spPr/>
      <dgm:t>
        <a:bodyPr/>
        <a:lstStyle/>
        <a:p>
          <a:endParaRPr lang="en-US"/>
        </a:p>
      </dgm:t>
    </dgm:pt>
    <dgm:pt modelId="{0867066C-C4AF-46A3-A308-E2C4D3394D41}">
      <dgm:prSet/>
      <dgm:spPr/>
      <dgm:t>
        <a:bodyPr/>
        <a:lstStyle/>
        <a:p>
          <a:pPr>
            <a:defRPr cap="all"/>
          </a:pPr>
          <a:r>
            <a:rPr lang="en-US"/>
            <a:t>Supports cameras &amp; sensors</a:t>
          </a:r>
        </a:p>
      </dgm:t>
    </dgm:pt>
    <dgm:pt modelId="{7BEE0313-5B93-4907-84EE-F3D86B6D74C7}" type="parTrans" cxnId="{07CF9592-03A2-479C-8D41-155867D7F4DD}">
      <dgm:prSet/>
      <dgm:spPr/>
      <dgm:t>
        <a:bodyPr/>
        <a:lstStyle/>
        <a:p>
          <a:endParaRPr lang="en-US"/>
        </a:p>
      </dgm:t>
    </dgm:pt>
    <dgm:pt modelId="{3E6B6D02-D7DF-4185-9931-9599722FF57E}" type="sibTrans" cxnId="{07CF9592-03A2-479C-8D41-155867D7F4DD}">
      <dgm:prSet/>
      <dgm:spPr/>
      <dgm:t>
        <a:bodyPr/>
        <a:lstStyle/>
        <a:p>
          <a:endParaRPr lang="en-US"/>
        </a:p>
      </dgm:t>
    </dgm:pt>
    <dgm:pt modelId="{AAA6E966-B631-4E43-BB0B-ECC4B0EA24B5}">
      <dgm:prSet/>
      <dgm:spPr/>
      <dgm:t>
        <a:bodyPr/>
        <a:lstStyle/>
        <a:p>
          <a:pPr>
            <a:defRPr cap="all"/>
          </a:pPr>
          <a:r>
            <a:rPr lang="en-US" dirty="0"/>
            <a:t>Acts as backbone network</a:t>
          </a:r>
        </a:p>
      </dgm:t>
    </dgm:pt>
    <dgm:pt modelId="{47C8DEDE-B9EA-4892-ABA2-EDDE08C3C2DA}" type="parTrans" cxnId="{57BCEF43-9E7B-4F03-A1C3-3327B47CFB78}">
      <dgm:prSet/>
      <dgm:spPr/>
      <dgm:t>
        <a:bodyPr/>
        <a:lstStyle/>
        <a:p>
          <a:endParaRPr lang="en-US"/>
        </a:p>
      </dgm:t>
    </dgm:pt>
    <dgm:pt modelId="{8ECF7A05-B721-4C7B-8BAA-F7480F23C17A}" type="sibTrans" cxnId="{57BCEF43-9E7B-4F03-A1C3-3327B47CFB78}">
      <dgm:prSet/>
      <dgm:spPr/>
      <dgm:t>
        <a:bodyPr/>
        <a:lstStyle/>
        <a:p>
          <a:endParaRPr lang="en-US"/>
        </a:p>
      </dgm:t>
    </dgm:pt>
    <dgm:pt modelId="{4249FA54-7DB2-47D2-829D-8B53A18DB5F7}" type="pres">
      <dgm:prSet presAssocID="{A9B5C981-F594-4ECB-BCD1-50C5F1E85509}" presName="root" presStyleCnt="0">
        <dgm:presLayoutVars>
          <dgm:dir/>
          <dgm:resizeHandles val="exact"/>
        </dgm:presLayoutVars>
      </dgm:prSet>
      <dgm:spPr/>
    </dgm:pt>
    <dgm:pt modelId="{8A0B9E93-3E20-4557-8B92-6732E08A4216}" type="pres">
      <dgm:prSet presAssocID="{4F3A1EF9-143A-49EF-BB7F-6613350EA81A}" presName="compNode" presStyleCnt="0"/>
      <dgm:spPr/>
    </dgm:pt>
    <dgm:pt modelId="{5911B17C-A390-4FDB-A53A-9C819442A8C6}" type="pres">
      <dgm:prSet presAssocID="{4F3A1EF9-143A-49EF-BB7F-6613350EA81A}" presName="iconBgRect" presStyleLbl="bgShp" presStyleIdx="0" presStyleCnt="4"/>
      <dgm:spPr/>
    </dgm:pt>
    <dgm:pt modelId="{6673AAE8-308F-4A8D-B16C-A373B3C255B0}" type="pres">
      <dgm:prSet presAssocID="{4F3A1EF9-143A-49EF-BB7F-6613350EA81A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auge"/>
        </a:ext>
      </dgm:extLst>
    </dgm:pt>
    <dgm:pt modelId="{B5F868AF-7332-475A-999A-44D152C279B8}" type="pres">
      <dgm:prSet presAssocID="{4F3A1EF9-143A-49EF-BB7F-6613350EA81A}" presName="spaceRect" presStyleCnt="0"/>
      <dgm:spPr/>
    </dgm:pt>
    <dgm:pt modelId="{A041D7B6-AD59-42F4-BA7E-B5ACA8B9AC90}" type="pres">
      <dgm:prSet presAssocID="{4F3A1EF9-143A-49EF-BB7F-6613350EA81A}" presName="textRect" presStyleLbl="revTx" presStyleIdx="0" presStyleCnt="4">
        <dgm:presLayoutVars>
          <dgm:chMax val="1"/>
          <dgm:chPref val="1"/>
        </dgm:presLayoutVars>
      </dgm:prSet>
      <dgm:spPr/>
    </dgm:pt>
    <dgm:pt modelId="{B0E6C853-3030-4E69-8E66-7B5AB9A2F17F}" type="pres">
      <dgm:prSet presAssocID="{E897F6DD-FDF5-40E6-B682-30EED2D81B2E}" presName="sibTrans" presStyleCnt="0"/>
      <dgm:spPr/>
    </dgm:pt>
    <dgm:pt modelId="{D659BBFD-36BF-4328-8891-F922A512D37D}" type="pres">
      <dgm:prSet presAssocID="{66E39472-9B5B-4717-A25E-09FA2ED1E14A}" presName="compNode" presStyleCnt="0"/>
      <dgm:spPr/>
    </dgm:pt>
    <dgm:pt modelId="{131E8150-748B-497F-AF9C-06037EDCFD34}" type="pres">
      <dgm:prSet presAssocID="{66E39472-9B5B-4717-A25E-09FA2ED1E14A}" presName="iconBgRect" presStyleLbl="bgShp" presStyleIdx="1" presStyleCnt="4"/>
      <dgm:spPr/>
    </dgm:pt>
    <dgm:pt modelId="{558A6D7E-A488-4017-80EB-E3279239CA3F}" type="pres">
      <dgm:prSet presAssocID="{66E39472-9B5B-4717-A25E-09FA2ED1E14A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609B6EE-0AF2-4410-90F0-BA5DB6203583}" type="pres">
      <dgm:prSet presAssocID="{66E39472-9B5B-4717-A25E-09FA2ED1E14A}" presName="spaceRect" presStyleCnt="0"/>
      <dgm:spPr/>
    </dgm:pt>
    <dgm:pt modelId="{7130D470-961C-4DB6-BB9B-C6921AB13366}" type="pres">
      <dgm:prSet presAssocID="{66E39472-9B5B-4717-A25E-09FA2ED1E14A}" presName="textRect" presStyleLbl="revTx" presStyleIdx="1" presStyleCnt="4">
        <dgm:presLayoutVars>
          <dgm:chMax val="1"/>
          <dgm:chPref val="1"/>
        </dgm:presLayoutVars>
      </dgm:prSet>
      <dgm:spPr/>
    </dgm:pt>
    <dgm:pt modelId="{48714BE3-A05F-4F20-AC7C-159D8710B4E3}" type="pres">
      <dgm:prSet presAssocID="{F1EB5378-D287-4790-A9A2-8323BEE88591}" presName="sibTrans" presStyleCnt="0"/>
      <dgm:spPr/>
    </dgm:pt>
    <dgm:pt modelId="{E801F152-DFF4-4ADE-8DE9-8467F82CE971}" type="pres">
      <dgm:prSet presAssocID="{0867066C-C4AF-46A3-A308-E2C4D3394D41}" presName="compNode" presStyleCnt="0"/>
      <dgm:spPr/>
    </dgm:pt>
    <dgm:pt modelId="{546E0368-546E-474E-9A2D-339F5DE8EAB9}" type="pres">
      <dgm:prSet presAssocID="{0867066C-C4AF-46A3-A308-E2C4D3394D41}" presName="iconBgRect" presStyleLbl="bgShp" presStyleIdx="2" presStyleCnt="4"/>
      <dgm:spPr/>
    </dgm:pt>
    <dgm:pt modelId="{A6DD97B8-08FD-4EA5-9130-8EB2153CEE04}" type="pres">
      <dgm:prSet presAssocID="{0867066C-C4AF-46A3-A308-E2C4D3394D41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curity Camera"/>
        </a:ext>
      </dgm:extLst>
    </dgm:pt>
    <dgm:pt modelId="{C91DE8A4-FB04-4A7C-9ACF-F28EB432A830}" type="pres">
      <dgm:prSet presAssocID="{0867066C-C4AF-46A3-A308-E2C4D3394D41}" presName="spaceRect" presStyleCnt="0"/>
      <dgm:spPr/>
    </dgm:pt>
    <dgm:pt modelId="{5B0EA576-811F-42AF-B75F-20BA5D5C5ECF}" type="pres">
      <dgm:prSet presAssocID="{0867066C-C4AF-46A3-A308-E2C4D3394D41}" presName="textRect" presStyleLbl="revTx" presStyleIdx="2" presStyleCnt="4">
        <dgm:presLayoutVars>
          <dgm:chMax val="1"/>
          <dgm:chPref val="1"/>
        </dgm:presLayoutVars>
      </dgm:prSet>
      <dgm:spPr/>
    </dgm:pt>
    <dgm:pt modelId="{AB3CF707-CB1B-4957-861F-4A5E4190AA98}" type="pres">
      <dgm:prSet presAssocID="{3E6B6D02-D7DF-4185-9931-9599722FF57E}" presName="sibTrans" presStyleCnt="0"/>
      <dgm:spPr/>
    </dgm:pt>
    <dgm:pt modelId="{4C708463-7753-492F-AAE5-40FA944963BF}" type="pres">
      <dgm:prSet presAssocID="{AAA6E966-B631-4E43-BB0B-ECC4B0EA24B5}" presName="compNode" presStyleCnt="0"/>
      <dgm:spPr/>
    </dgm:pt>
    <dgm:pt modelId="{2FDA3C4B-AC7A-4070-A6EB-469CEEEB97D0}" type="pres">
      <dgm:prSet presAssocID="{AAA6E966-B631-4E43-BB0B-ECC4B0EA24B5}" presName="iconBgRect" presStyleLbl="bgShp" presStyleIdx="3" presStyleCnt="4"/>
      <dgm:spPr/>
    </dgm:pt>
    <dgm:pt modelId="{D7BBFEF6-3DB1-45C4-9F5A-6A9E5505C542}" type="pres">
      <dgm:prSet presAssocID="{AAA6E966-B631-4E43-BB0B-ECC4B0EA24B5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"/>
        </a:ext>
      </dgm:extLst>
    </dgm:pt>
    <dgm:pt modelId="{AC1D914B-8DF3-4512-8D9A-CDA5E0CE4F3D}" type="pres">
      <dgm:prSet presAssocID="{AAA6E966-B631-4E43-BB0B-ECC4B0EA24B5}" presName="spaceRect" presStyleCnt="0"/>
      <dgm:spPr/>
    </dgm:pt>
    <dgm:pt modelId="{479F511D-01F0-4C6E-B8D0-2DACACD4AE47}" type="pres">
      <dgm:prSet presAssocID="{AAA6E966-B631-4E43-BB0B-ECC4B0EA24B5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65E8BD39-72A3-4FA8-B8D9-B76E76050F2D}" type="presOf" srcId="{0867066C-C4AF-46A3-A308-E2C4D3394D41}" destId="{5B0EA576-811F-42AF-B75F-20BA5D5C5ECF}" srcOrd="0" destOrd="0" presId="urn:microsoft.com/office/officeart/2018/5/layout/IconCircleLabelList"/>
    <dgm:cxn modelId="{AA5F8B61-1D24-439B-94A6-A3E15D12A7FB}" type="presOf" srcId="{4F3A1EF9-143A-49EF-BB7F-6613350EA81A}" destId="{A041D7B6-AD59-42F4-BA7E-B5ACA8B9AC90}" srcOrd="0" destOrd="0" presId="urn:microsoft.com/office/officeart/2018/5/layout/IconCircleLabelList"/>
    <dgm:cxn modelId="{57BCEF43-9E7B-4F03-A1C3-3327B47CFB78}" srcId="{A9B5C981-F594-4ECB-BCD1-50C5F1E85509}" destId="{AAA6E966-B631-4E43-BB0B-ECC4B0EA24B5}" srcOrd="3" destOrd="0" parTransId="{47C8DEDE-B9EA-4892-ABA2-EDDE08C3C2DA}" sibTransId="{8ECF7A05-B721-4C7B-8BAA-F7480F23C17A}"/>
    <dgm:cxn modelId="{2C06DF4D-FF46-451A-A485-1B18C6884A82}" type="presOf" srcId="{A9B5C981-F594-4ECB-BCD1-50C5F1E85509}" destId="{4249FA54-7DB2-47D2-829D-8B53A18DB5F7}" srcOrd="0" destOrd="0" presId="urn:microsoft.com/office/officeart/2018/5/layout/IconCircleLabelList"/>
    <dgm:cxn modelId="{07CF9592-03A2-479C-8D41-155867D7F4DD}" srcId="{A9B5C981-F594-4ECB-BCD1-50C5F1E85509}" destId="{0867066C-C4AF-46A3-A308-E2C4D3394D41}" srcOrd="2" destOrd="0" parTransId="{7BEE0313-5B93-4907-84EE-F3D86B6D74C7}" sibTransId="{3E6B6D02-D7DF-4185-9931-9599722FF57E}"/>
    <dgm:cxn modelId="{DA80029F-F99B-4484-92DF-5AF1E5FCB816}" srcId="{A9B5C981-F594-4ECB-BCD1-50C5F1E85509}" destId="{4F3A1EF9-143A-49EF-BB7F-6613350EA81A}" srcOrd="0" destOrd="0" parTransId="{376BA0BF-BE00-40D2-A658-8C83912C351F}" sibTransId="{E897F6DD-FDF5-40E6-B682-30EED2D81B2E}"/>
    <dgm:cxn modelId="{0994B4B6-81E4-4AEE-817C-81736D22E0A7}" type="presOf" srcId="{66E39472-9B5B-4717-A25E-09FA2ED1E14A}" destId="{7130D470-961C-4DB6-BB9B-C6921AB13366}" srcOrd="0" destOrd="0" presId="urn:microsoft.com/office/officeart/2018/5/layout/IconCircleLabelList"/>
    <dgm:cxn modelId="{E64E70D1-A4B1-4476-8F26-0BEBD7E29B8D}" type="presOf" srcId="{AAA6E966-B631-4E43-BB0B-ECC4B0EA24B5}" destId="{479F511D-01F0-4C6E-B8D0-2DACACD4AE47}" srcOrd="0" destOrd="0" presId="urn:microsoft.com/office/officeart/2018/5/layout/IconCircleLabelList"/>
    <dgm:cxn modelId="{EBAF8FF1-E51A-44EA-A200-4E01F03D29D1}" srcId="{A9B5C981-F594-4ECB-BCD1-50C5F1E85509}" destId="{66E39472-9B5B-4717-A25E-09FA2ED1E14A}" srcOrd="1" destOrd="0" parTransId="{10B4DE28-53C5-43CC-851B-0BB0B6890EB0}" sibTransId="{F1EB5378-D287-4790-A9A2-8323BEE88591}"/>
    <dgm:cxn modelId="{16AC225D-5F97-441F-9B6C-4119B8652ACB}" type="presParOf" srcId="{4249FA54-7DB2-47D2-829D-8B53A18DB5F7}" destId="{8A0B9E93-3E20-4557-8B92-6732E08A4216}" srcOrd="0" destOrd="0" presId="urn:microsoft.com/office/officeart/2018/5/layout/IconCircleLabelList"/>
    <dgm:cxn modelId="{725D29A7-10E5-4C35-97C4-9D2A1BE36F5B}" type="presParOf" srcId="{8A0B9E93-3E20-4557-8B92-6732E08A4216}" destId="{5911B17C-A390-4FDB-A53A-9C819442A8C6}" srcOrd="0" destOrd="0" presId="urn:microsoft.com/office/officeart/2018/5/layout/IconCircleLabelList"/>
    <dgm:cxn modelId="{3AA8FE36-8A8E-4DE1-9F86-D4C874ECB097}" type="presParOf" srcId="{8A0B9E93-3E20-4557-8B92-6732E08A4216}" destId="{6673AAE8-308F-4A8D-B16C-A373B3C255B0}" srcOrd="1" destOrd="0" presId="urn:microsoft.com/office/officeart/2018/5/layout/IconCircleLabelList"/>
    <dgm:cxn modelId="{884EA81A-3056-4676-B26B-7B321677F308}" type="presParOf" srcId="{8A0B9E93-3E20-4557-8B92-6732E08A4216}" destId="{B5F868AF-7332-475A-999A-44D152C279B8}" srcOrd="2" destOrd="0" presId="urn:microsoft.com/office/officeart/2018/5/layout/IconCircleLabelList"/>
    <dgm:cxn modelId="{A1FC4912-841F-42A2-B981-45E4CFA09E56}" type="presParOf" srcId="{8A0B9E93-3E20-4557-8B92-6732E08A4216}" destId="{A041D7B6-AD59-42F4-BA7E-B5ACA8B9AC90}" srcOrd="3" destOrd="0" presId="urn:microsoft.com/office/officeart/2018/5/layout/IconCircleLabelList"/>
    <dgm:cxn modelId="{A10BFDE2-7292-43DB-930C-79CC084BFFA5}" type="presParOf" srcId="{4249FA54-7DB2-47D2-829D-8B53A18DB5F7}" destId="{B0E6C853-3030-4E69-8E66-7B5AB9A2F17F}" srcOrd="1" destOrd="0" presId="urn:microsoft.com/office/officeart/2018/5/layout/IconCircleLabelList"/>
    <dgm:cxn modelId="{4FFE7D96-34A0-4690-8943-7D99A85C849A}" type="presParOf" srcId="{4249FA54-7DB2-47D2-829D-8B53A18DB5F7}" destId="{D659BBFD-36BF-4328-8891-F922A512D37D}" srcOrd="2" destOrd="0" presId="urn:microsoft.com/office/officeart/2018/5/layout/IconCircleLabelList"/>
    <dgm:cxn modelId="{7EFF49ED-3A81-40D1-9904-99EE81CB4C48}" type="presParOf" srcId="{D659BBFD-36BF-4328-8891-F922A512D37D}" destId="{131E8150-748B-497F-AF9C-06037EDCFD34}" srcOrd="0" destOrd="0" presId="urn:microsoft.com/office/officeart/2018/5/layout/IconCircleLabelList"/>
    <dgm:cxn modelId="{E005FA13-EAFA-47E4-B113-F1C2A5D07638}" type="presParOf" srcId="{D659BBFD-36BF-4328-8891-F922A512D37D}" destId="{558A6D7E-A488-4017-80EB-E3279239CA3F}" srcOrd="1" destOrd="0" presId="urn:microsoft.com/office/officeart/2018/5/layout/IconCircleLabelList"/>
    <dgm:cxn modelId="{C1615B99-2AAB-4FB0-9491-8DF3EDCB94B8}" type="presParOf" srcId="{D659BBFD-36BF-4328-8891-F922A512D37D}" destId="{0609B6EE-0AF2-4410-90F0-BA5DB6203583}" srcOrd="2" destOrd="0" presId="urn:microsoft.com/office/officeart/2018/5/layout/IconCircleLabelList"/>
    <dgm:cxn modelId="{965C3053-B6FD-4801-B541-5A2EF58B0788}" type="presParOf" srcId="{D659BBFD-36BF-4328-8891-F922A512D37D}" destId="{7130D470-961C-4DB6-BB9B-C6921AB13366}" srcOrd="3" destOrd="0" presId="urn:microsoft.com/office/officeart/2018/5/layout/IconCircleLabelList"/>
    <dgm:cxn modelId="{3431D2A9-7A48-435E-99B1-62604BD7DF67}" type="presParOf" srcId="{4249FA54-7DB2-47D2-829D-8B53A18DB5F7}" destId="{48714BE3-A05F-4F20-AC7C-159D8710B4E3}" srcOrd="3" destOrd="0" presId="urn:microsoft.com/office/officeart/2018/5/layout/IconCircleLabelList"/>
    <dgm:cxn modelId="{4ECB780E-44CF-4F37-B2F2-8435177BC45D}" type="presParOf" srcId="{4249FA54-7DB2-47D2-829D-8B53A18DB5F7}" destId="{E801F152-DFF4-4ADE-8DE9-8467F82CE971}" srcOrd="4" destOrd="0" presId="urn:microsoft.com/office/officeart/2018/5/layout/IconCircleLabelList"/>
    <dgm:cxn modelId="{C4DE3557-0FDB-485A-B7DD-DD77A0442A95}" type="presParOf" srcId="{E801F152-DFF4-4ADE-8DE9-8467F82CE971}" destId="{546E0368-546E-474E-9A2D-339F5DE8EAB9}" srcOrd="0" destOrd="0" presId="urn:microsoft.com/office/officeart/2018/5/layout/IconCircleLabelList"/>
    <dgm:cxn modelId="{4D6E77E8-9AFF-4167-A333-4F173F81BBA3}" type="presParOf" srcId="{E801F152-DFF4-4ADE-8DE9-8467F82CE971}" destId="{A6DD97B8-08FD-4EA5-9130-8EB2153CEE04}" srcOrd="1" destOrd="0" presId="urn:microsoft.com/office/officeart/2018/5/layout/IconCircleLabelList"/>
    <dgm:cxn modelId="{DBB1BB88-C974-4B30-8233-EA519D157AE5}" type="presParOf" srcId="{E801F152-DFF4-4ADE-8DE9-8467F82CE971}" destId="{C91DE8A4-FB04-4A7C-9ACF-F28EB432A830}" srcOrd="2" destOrd="0" presId="urn:microsoft.com/office/officeart/2018/5/layout/IconCircleLabelList"/>
    <dgm:cxn modelId="{0C8B9ECC-42E5-404A-9250-58E80328B520}" type="presParOf" srcId="{E801F152-DFF4-4ADE-8DE9-8467F82CE971}" destId="{5B0EA576-811F-42AF-B75F-20BA5D5C5ECF}" srcOrd="3" destOrd="0" presId="urn:microsoft.com/office/officeart/2018/5/layout/IconCircleLabelList"/>
    <dgm:cxn modelId="{749E3ADA-04B8-4BE7-9C1B-022A28080B55}" type="presParOf" srcId="{4249FA54-7DB2-47D2-829D-8B53A18DB5F7}" destId="{AB3CF707-CB1B-4957-861F-4A5E4190AA98}" srcOrd="5" destOrd="0" presId="urn:microsoft.com/office/officeart/2018/5/layout/IconCircleLabelList"/>
    <dgm:cxn modelId="{9B76BD20-5A28-48DE-B833-676F5591F43B}" type="presParOf" srcId="{4249FA54-7DB2-47D2-829D-8B53A18DB5F7}" destId="{4C708463-7753-492F-AAE5-40FA944963BF}" srcOrd="6" destOrd="0" presId="urn:microsoft.com/office/officeart/2018/5/layout/IconCircleLabelList"/>
    <dgm:cxn modelId="{0BDFAF2E-FE51-4022-B202-29FFCFCCFA15}" type="presParOf" srcId="{4C708463-7753-492F-AAE5-40FA944963BF}" destId="{2FDA3C4B-AC7A-4070-A6EB-469CEEEB97D0}" srcOrd="0" destOrd="0" presId="urn:microsoft.com/office/officeart/2018/5/layout/IconCircleLabelList"/>
    <dgm:cxn modelId="{6F8B94B8-4755-4550-A045-7E171A2B2242}" type="presParOf" srcId="{4C708463-7753-492F-AAE5-40FA944963BF}" destId="{D7BBFEF6-3DB1-45C4-9F5A-6A9E5505C542}" srcOrd="1" destOrd="0" presId="urn:microsoft.com/office/officeart/2018/5/layout/IconCircleLabelList"/>
    <dgm:cxn modelId="{D15179A7-3E88-4C93-AF15-B799671D7446}" type="presParOf" srcId="{4C708463-7753-492F-AAE5-40FA944963BF}" destId="{AC1D914B-8DF3-4512-8D9A-CDA5E0CE4F3D}" srcOrd="2" destOrd="0" presId="urn:microsoft.com/office/officeart/2018/5/layout/IconCircleLabelList"/>
    <dgm:cxn modelId="{14F54F53-301D-4BB9-8340-741E290447DF}" type="presParOf" srcId="{4C708463-7753-492F-AAE5-40FA944963BF}" destId="{479F511D-01F0-4C6E-B8D0-2DACACD4AE47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9E7C686-FD69-4AA2-94B5-726EDDE25978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493A2AE5-1093-4100-8879-488CC584BECF}">
      <dgm:prSet/>
      <dgm:spPr/>
      <dgm:t>
        <a:bodyPr/>
        <a:lstStyle/>
        <a:p>
          <a:r>
            <a:rPr lang="en-US"/>
            <a:t>Connects all ECUs</a:t>
          </a:r>
        </a:p>
      </dgm:t>
    </dgm:pt>
    <dgm:pt modelId="{A6CF36AC-D87D-44BD-9F95-017B9A7185F3}" type="parTrans" cxnId="{E00862EB-C4D4-4B75-A0E6-AD699CD656CE}">
      <dgm:prSet/>
      <dgm:spPr/>
      <dgm:t>
        <a:bodyPr/>
        <a:lstStyle/>
        <a:p>
          <a:endParaRPr lang="en-US"/>
        </a:p>
      </dgm:t>
    </dgm:pt>
    <dgm:pt modelId="{245E5678-CE14-490B-A2F1-2EACF611E75A}" type="sibTrans" cxnId="{E00862EB-C4D4-4B75-A0E6-AD699CD656CE}">
      <dgm:prSet/>
      <dgm:spPr/>
      <dgm:t>
        <a:bodyPr/>
        <a:lstStyle/>
        <a:p>
          <a:endParaRPr lang="en-US"/>
        </a:p>
      </dgm:t>
    </dgm:pt>
    <dgm:pt modelId="{094D77F0-68F4-4EC7-B735-ED3B5B9496F2}">
      <dgm:prSet/>
      <dgm:spPr/>
      <dgm:t>
        <a:bodyPr/>
        <a:lstStyle/>
        <a:p>
          <a:r>
            <a:rPr lang="en-US"/>
            <a:t>Allows data flow</a:t>
          </a:r>
        </a:p>
      </dgm:t>
    </dgm:pt>
    <dgm:pt modelId="{89345F12-DD0C-4E74-B70C-1DE29F7A39C2}" type="parTrans" cxnId="{3A20E3C1-BAC3-4B4D-89B8-3A28CB872013}">
      <dgm:prSet/>
      <dgm:spPr/>
      <dgm:t>
        <a:bodyPr/>
        <a:lstStyle/>
        <a:p>
          <a:endParaRPr lang="en-US"/>
        </a:p>
      </dgm:t>
    </dgm:pt>
    <dgm:pt modelId="{9A57F0B3-F186-40E4-8EC2-C3F839EE179C}" type="sibTrans" cxnId="{3A20E3C1-BAC3-4B4D-89B8-3A28CB872013}">
      <dgm:prSet/>
      <dgm:spPr/>
      <dgm:t>
        <a:bodyPr/>
        <a:lstStyle/>
        <a:p>
          <a:endParaRPr lang="en-US"/>
        </a:p>
      </dgm:t>
    </dgm:pt>
    <dgm:pt modelId="{D72B11C0-D1F4-4758-A8B1-3D23912EA01E}">
      <dgm:prSet/>
      <dgm:spPr/>
      <dgm:t>
        <a:bodyPr/>
        <a:lstStyle/>
        <a:p>
          <a:r>
            <a:rPr lang="en-US"/>
            <a:t>Uses CAN, LIN, Ethernet</a:t>
          </a:r>
        </a:p>
      </dgm:t>
    </dgm:pt>
    <dgm:pt modelId="{7B4C7614-E20C-484A-BB66-F463642ECAC6}" type="parTrans" cxnId="{565FAAA9-749B-4DBA-BD8A-F15C01809986}">
      <dgm:prSet/>
      <dgm:spPr/>
      <dgm:t>
        <a:bodyPr/>
        <a:lstStyle/>
        <a:p>
          <a:endParaRPr lang="en-US"/>
        </a:p>
      </dgm:t>
    </dgm:pt>
    <dgm:pt modelId="{F0498C05-398A-4B33-AD69-E47615AC0E2D}" type="sibTrans" cxnId="{565FAAA9-749B-4DBA-BD8A-F15C01809986}">
      <dgm:prSet/>
      <dgm:spPr/>
      <dgm:t>
        <a:bodyPr/>
        <a:lstStyle/>
        <a:p>
          <a:endParaRPr lang="en-US"/>
        </a:p>
      </dgm:t>
    </dgm:pt>
    <dgm:pt modelId="{43A02C10-9030-419A-979D-8B2F6011CA44}">
      <dgm:prSet/>
      <dgm:spPr/>
      <dgm:t>
        <a:bodyPr/>
        <a:lstStyle/>
        <a:p>
          <a:r>
            <a:rPr lang="en-US"/>
            <a:t>Ensures proper vehicle operation</a:t>
          </a:r>
        </a:p>
      </dgm:t>
    </dgm:pt>
    <dgm:pt modelId="{183EF0ED-41C4-42C6-B3E3-5A352A4D33A6}" type="parTrans" cxnId="{28442BA0-182F-4657-9298-8AAB41B6CAF3}">
      <dgm:prSet/>
      <dgm:spPr/>
      <dgm:t>
        <a:bodyPr/>
        <a:lstStyle/>
        <a:p>
          <a:endParaRPr lang="en-US"/>
        </a:p>
      </dgm:t>
    </dgm:pt>
    <dgm:pt modelId="{9D3E0E62-7DD9-4CCB-968D-C6689605E8FF}" type="sibTrans" cxnId="{28442BA0-182F-4657-9298-8AAB41B6CAF3}">
      <dgm:prSet/>
      <dgm:spPr/>
      <dgm:t>
        <a:bodyPr/>
        <a:lstStyle/>
        <a:p>
          <a:endParaRPr lang="en-US"/>
        </a:p>
      </dgm:t>
    </dgm:pt>
    <dgm:pt modelId="{0E7899C3-96E2-417B-BEDF-BB4ABC035897}" type="pres">
      <dgm:prSet presAssocID="{F9E7C686-FD69-4AA2-94B5-726EDDE25978}" presName="root" presStyleCnt="0">
        <dgm:presLayoutVars>
          <dgm:dir/>
          <dgm:resizeHandles val="exact"/>
        </dgm:presLayoutVars>
      </dgm:prSet>
      <dgm:spPr/>
    </dgm:pt>
    <dgm:pt modelId="{50A4DAE9-C305-4B40-A5BE-17F3DFBC1A0A}" type="pres">
      <dgm:prSet presAssocID="{F9E7C686-FD69-4AA2-94B5-726EDDE25978}" presName="container" presStyleCnt="0">
        <dgm:presLayoutVars>
          <dgm:dir/>
          <dgm:resizeHandles val="exact"/>
        </dgm:presLayoutVars>
      </dgm:prSet>
      <dgm:spPr/>
    </dgm:pt>
    <dgm:pt modelId="{849C2B2D-B9A1-41FA-AE36-FFC8684CBABC}" type="pres">
      <dgm:prSet presAssocID="{493A2AE5-1093-4100-8879-488CC584BECF}" presName="compNode" presStyleCnt="0"/>
      <dgm:spPr/>
    </dgm:pt>
    <dgm:pt modelId="{24402235-0B67-4ED1-9363-0E9948E0E8A9}" type="pres">
      <dgm:prSet presAssocID="{493A2AE5-1093-4100-8879-488CC584BECF}" presName="iconBgRect" presStyleLbl="bgShp" presStyleIdx="0" presStyleCnt="4"/>
      <dgm:spPr/>
    </dgm:pt>
    <dgm:pt modelId="{5D834C9D-F139-4144-97BE-74167970953F}" type="pres">
      <dgm:prSet presAssocID="{493A2AE5-1093-4100-8879-488CC584BECF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i-Fi"/>
        </a:ext>
      </dgm:extLst>
    </dgm:pt>
    <dgm:pt modelId="{978A5491-348D-42B3-B632-D810D39E9CCD}" type="pres">
      <dgm:prSet presAssocID="{493A2AE5-1093-4100-8879-488CC584BECF}" presName="spaceRect" presStyleCnt="0"/>
      <dgm:spPr/>
    </dgm:pt>
    <dgm:pt modelId="{D2998090-0768-4A19-BBDC-967637893303}" type="pres">
      <dgm:prSet presAssocID="{493A2AE5-1093-4100-8879-488CC584BECF}" presName="textRect" presStyleLbl="revTx" presStyleIdx="0" presStyleCnt="4">
        <dgm:presLayoutVars>
          <dgm:chMax val="1"/>
          <dgm:chPref val="1"/>
        </dgm:presLayoutVars>
      </dgm:prSet>
      <dgm:spPr/>
    </dgm:pt>
    <dgm:pt modelId="{142D581F-824D-4AAE-98E9-74D3212B6FC2}" type="pres">
      <dgm:prSet presAssocID="{245E5678-CE14-490B-A2F1-2EACF611E75A}" presName="sibTrans" presStyleLbl="sibTrans2D1" presStyleIdx="0" presStyleCnt="0"/>
      <dgm:spPr/>
    </dgm:pt>
    <dgm:pt modelId="{6386FAC2-C321-4A37-9C03-11E0997514A4}" type="pres">
      <dgm:prSet presAssocID="{094D77F0-68F4-4EC7-B735-ED3B5B9496F2}" presName="compNode" presStyleCnt="0"/>
      <dgm:spPr/>
    </dgm:pt>
    <dgm:pt modelId="{3725F5A8-CE0D-44A3-AB31-57FFDBFE86B1}" type="pres">
      <dgm:prSet presAssocID="{094D77F0-68F4-4EC7-B735-ED3B5B9496F2}" presName="iconBgRect" presStyleLbl="bgShp" presStyleIdx="1" presStyleCnt="4"/>
      <dgm:spPr/>
    </dgm:pt>
    <dgm:pt modelId="{9C13A7E0-B270-426B-9F5D-4D50B041C88D}" type="pres">
      <dgm:prSet presAssocID="{094D77F0-68F4-4EC7-B735-ED3B5B9496F2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450C0720-4463-4CED-823C-0AEAEF902685}" type="pres">
      <dgm:prSet presAssocID="{094D77F0-68F4-4EC7-B735-ED3B5B9496F2}" presName="spaceRect" presStyleCnt="0"/>
      <dgm:spPr/>
    </dgm:pt>
    <dgm:pt modelId="{4733BB67-3200-4707-A686-7A764BCB0D2A}" type="pres">
      <dgm:prSet presAssocID="{094D77F0-68F4-4EC7-B735-ED3B5B9496F2}" presName="textRect" presStyleLbl="revTx" presStyleIdx="1" presStyleCnt="4">
        <dgm:presLayoutVars>
          <dgm:chMax val="1"/>
          <dgm:chPref val="1"/>
        </dgm:presLayoutVars>
      </dgm:prSet>
      <dgm:spPr/>
    </dgm:pt>
    <dgm:pt modelId="{9278E05A-39FB-46B4-8131-BFCCD5440301}" type="pres">
      <dgm:prSet presAssocID="{9A57F0B3-F186-40E4-8EC2-C3F839EE179C}" presName="sibTrans" presStyleLbl="sibTrans2D1" presStyleIdx="0" presStyleCnt="0"/>
      <dgm:spPr/>
    </dgm:pt>
    <dgm:pt modelId="{9FBE6BCB-66B6-47F1-95E4-D06A5EA62DAD}" type="pres">
      <dgm:prSet presAssocID="{D72B11C0-D1F4-4758-A8B1-3D23912EA01E}" presName="compNode" presStyleCnt="0"/>
      <dgm:spPr/>
    </dgm:pt>
    <dgm:pt modelId="{C1ACEC8D-3FDF-4333-929C-E8B1BB2749D2}" type="pres">
      <dgm:prSet presAssocID="{D72B11C0-D1F4-4758-A8B1-3D23912EA01E}" presName="iconBgRect" presStyleLbl="bgShp" presStyleIdx="2" presStyleCnt="4"/>
      <dgm:spPr/>
    </dgm:pt>
    <dgm:pt modelId="{98C216D7-D7B0-4ABC-A20B-674970876FDA}" type="pres">
      <dgm:prSet presAssocID="{D72B11C0-D1F4-4758-A8B1-3D23912EA01E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3345BF3-8109-4C3F-B7BA-BE5218CAACEB}" type="pres">
      <dgm:prSet presAssocID="{D72B11C0-D1F4-4758-A8B1-3D23912EA01E}" presName="spaceRect" presStyleCnt="0"/>
      <dgm:spPr/>
    </dgm:pt>
    <dgm:pt modelId="{3D97B45B-8F2B-4901-A9C5-951C2AFCC73F}" type="pres">
      <dgm:prSet presAssocID="{D72B11C0-D1F4-4758-A8B1-3D23912EA01E}" presName="textRect" presStyleLbl="revTx" presStyleIdx="2" presStyleCnt="4">
        <dgm:presLayoutVars>
          <dgm:chMax val="1"/>
          <dgm:chPref val="1"/>
        </dgm:presLayoutVars>
      </dgm:prSet>
      <dgm:spPr/>
    </dgm:pt>
    <dgm:pt modelId="{2F5DCECB-70F6-4C8F-80AA-9E3AED1D7ED3}" type="pres">
      <dgm:prSet presAssocID="{F0498C05-398A-4B33-AD69-E47615AC0E2D}" presName="sibTrans" presStyleLbl="sibTrans2D1" presStyleIdx="0" presStyleCnt="0"/>
      <dgm:spPr/>
    </dgm:pt>
    <dgm:pt modelId="{6B6FF863-9965-4FD6-9E21-A1086B7A6731}" type="pres">
      <dgm:prSet presAssocID="{43A02C10-9030-419A-979D-8B2F6011CA44}" presName="compNode" presStyleCnt="0"/>
      <dgm:spPr/>
    </dgm:pt>
    <dgm:pt modelId="{852B8725-22A9-43C6-BB9C-88542407FDAD}" type="pres">
      <dgm:prSet presAssocID="{43A02C10-9030-419A-979D-8B2F6011CA44}" presName="iconBgRect" presStyleLbl="bgShp" presStyleIdx="3" presStyleCnt="4"/>
      <dgm:spPr/>
    </dgm:pt>
    <dgm:pt modelId="{ECA3170F-5E60-405E-9EE5-D88152784080}" type="pres">
      <dgm:prSet presAssocID="{43A02C10-9030-419A-979D-8B2F6011CA44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r"/>
        </a:ext>
      </dgm:extLst>
    </dgm:pt>
    <dgm:pt modelId="{6D4827BD-C6CD-4D10-B5C3-541DA6057E34}" type="pres">
      <dgm:prSet presAssocID="{43A02C10-9030-419A-979D-8B2F6011CA44}" presName="spaceRect" presStyleCnt="0"/>
      <dgm:spPr/>
    </dgm:pt>
    <dgm:pt modelId="{38880D79-055B-41BD-8C82-4BF01A561477}" type="pres">
      <dgm:prSet presAssocID="{43A02C10-9030-419A-979D-8B2F6011CA44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C784D200-9A82-42AF-B5D7-9A6950D97B3A}" type="presOf" srcId="{245E5678-CE14-490B-A2F1-2EACF611E75A}" destId="{142D581F-824D-4AAE-98E9-74D3212B6FC2}" srcOrd="0" destOrd="0" presId="urn:microsoft.com/office/officeart/2018/2/layout/IconCircleList"/>
    <dgm:cxn modelId="{B28D4033-84AD-466B-B565-8C0344EAEFD0}" type="presOf" srcId="{094D77F0-68F4-4EC7-B735-ED3B5B9496F2}" destId="{4733BB67-3200-4707-A686-7A764BCB0D2A}" srcOrd="0" destOrd="0" presId="urn:microsoft.com/office/officeart/2018/2/layout/IconCircleList"/>
    <dgm:cxn modelId="{41BB6143-A869-475D-B08F-AFEC3B401E2C}" type="presOf" srcId="{43A02C10-9030-419A-979D-8B2F6011CA44}" destId="{38880D79-055B-41BD-8C82-4BF01A561477}" srcOrd="0" destOrd="0" presId="urn:microsoft.com/office/officeart/2018/2/layout/IconCircleList"/>
    <dgm:cxn modelId="{45270692-520C-4E81-AE93-9B6F590D09BF}" type="presOf" srcId="{F9E7C686-FD69-4AA2-94B5-726EDDE25978}" destId="{0E7899C3-96E2-417B-BEDF-BB4ABC035897}" srcOrd="0" destOrd="0" presId="urn:microsoft.com/office/officeart/2018/2/layout/IconCircleList"/>
    <dgm:cxn modelId="{28442BA0-182F-4657-9298-8AAB41B6CAF3}" srcId="{F9E7C686-FD69-4AA2-94B5-726EDDE25978}" destId="{43A02C10-9030-419A-979D-8B2F6011CA44}" srcOrd="3" destOrd="0" parTransId="{183EF0ED-41C4-42C6-B3E3-5A352A4D33A6}" sibTransId="{9D3E0E62-7DD9-4CCB-968D-C6689605E8FF}"/>
    <dgm:cxn modelId="{565FAAA9-749B-4DBA-BD8A-F15C01809986}" srcId="{F9E7C686-FD69-4AA2-94B5-726EDDE25978}" destId="{D72B11C0-D1F4-4758-A8B1-3D23912EA01E}" srcOrd="2" destOrd="0" parTransId="{7B4C7614-E20C-484A-BB66-F463642ECAC6}" sibTransId="{F0498C05-398A-4B33-AD69-E47615AC0E2D}"/>
    <dgm:cxn modelId="{1DACCABA-B13C-4972-9A18-9775C8A6A982}" type="presOf" srcId="{9A57F0B3-F186-40E4-8EC2-C3F839EE179C}" destId="{9278E05A-39FB-46B4-8131-BFCCD5440301}" srcOrd="0" destOrd="0" presId="urn:microsoft.com/office/officeart/2018/2/layout/IconCircleList"/>
    <dgm:cxn modelId="{3A20E3C1-BAC3-4B4D-89B8-3A28CB872013}" srcId="{F9E7C686-FD69-4AA2-94B5-726EDDE25978}" destId="{094D77F0-68F4-4EC7-B735-ED3B5B9496F2}" srcOrd="1" destOrd="0" parTransId="{89345F12-DD0C-4E74-B70C-1DE29F7A39C2}" sibTransId="{9A57F0B3-F186-40E4-8EC2-C3F839EE179C}"/>
    <dgm:cxn modelId="{FC25A5C8-892E-4B6C-B238-C77909BDD764}" type="presOf" srcId="{493A2AE5-1093-4100-8879-488CC584BECF}" destId="{D2998090-0768-4A19-BBDC-967637893303}" srcOrd="0" destOrd="0" presId="urn:microsoft.com/office/officeart/2018/2/layout/IconCircleList"/>
    <dgm:cxn modelId="{C3B440D9-EAEE-4AB9-8733-D91362D096A4}" type="presOf" srcId="{F0498C05-398A-4B33-AD69-E47615AC0E2D}" destId="{2F5DCECB-70F6-4C8F-80AA-9E3AED1D7ED3}" srcOrd="0" destOrd="0" presId="urn:microsoft.com/office/officeart/2018/2/layout/IconCircleList"/>
    <dgm:cxn modelId="{E70549DA-AABD-44DD-B1EF-020730F6514B}" type="presOf" srcId="{D72B11C0-D1F4-4758-A8B1-3D23912EA01E}" destId="{3D97B45B-8F2B-4901-A9C5-951C2AFCC73F}" srcOrd="0" destOrd="0" presId="urn:microsoft.com/office/officeart/2018/2/layout/IconCircleList"/>
    <dgm:cxn modelId="{E00862EB-C4D4-4B75-A0E6-AD699CD656CE}" srcId="{F9E7C686-FD69-4AA2-94B5-726EDDE25978}" destId="{493A2AE5-1093-4100-8879-488CC584BECF}" srcOrd="0" destOrd="0" parTransId="{A6CF36AC-D87D-44BD-9F95-017B9A7185F3}" sibTransId="{245E5678-CE14-490B-A2F1-2EACF611E75A}"/>
    <dgm:cxn modelId="{600BC6BA-8D4C-4D9C-8A9B-908CDAB531EC}" type="presParOf" srcId="{0E7899C3-96E2-417B-BEDF-BB4ABC035897}" destId="{50A4DAE9-C305-4B40-A5BE-17F3DFBC1A0A}" srcOrd="0" destOrd="0" presId="urn:microsoft.com/office/officeart/2018/2/layout/IconCircleList"/>
    <dgm:cxn modelId="{FD3624AB-4309-450E-9F17-9292CB4F091C}" type="presParOf" srcId="{50A4DAE9-C305-4B40-A5BE-17F3DFBC1A0A}" destId="{849C2B2D-B9A1-41FA-AE36-FFC8684CBABC}" srcOrd="0" destOrd="0" presId="urn:microsoft.com/office/officeart/2018/2/layout/IconCircleList"/>
    <dgm:cxn modelId="{F58A69DB-9AD6-4E22-ABE9-BF3CBF4DF901}" type="presParOf" srcId="{849C2B2D-B9A1-41FA-AE36-FFC8684CBABC}" destId="{24402235-0B67-4ED1-9363-0E9948E0E8A9}" srcOrd="0" destOrd="0" presId="urn:microsoft.com/office/officeart/2018/2/layout/IconCircleList"/>
    <dgm:cxn modelId="{DFFD4DE4-04E0-4CD7-B0F3-0CC7B04CE727}" type="presParOf" srcId="{849C2B2D-B9A1-41FA-AE36-FFC8684CBABC}" destId="{5D834C9D-F139-4144-97BE-74167970953F}" srcOrd="1" destOrd="0" presId="urn:microsoft.com/office/officeart/2018/2/layout/IconCircleList"/>
    <dgm:cxn modelId="{126DB016-0784-4232-95F2-D0E45F77BA60}" type="presParOf" srcId="{849C2B2D-B9A1-41FA-AE36-FFC8684CBABC}" destId="{978A5491-348D-42B3-B632-D810D39E9CCD}" srcOrd="2" destOrd="0" presId="urn:microsoft.com/office/officeart/2018/2/layout/IconCircleList"/>
    <dgm:cxn modelId="{942CFEFB-E3DA-45FE-9E66-2F93EC9E8D69}" type="presParOf" srcId="{849C2B2D-B9A1-41FA-AE36-FFC8684CBABC}" destId="{D2998090-0768-4A19-BBDC-967637893303}" srcOrd="3" destOrd="0" presId="urn:microsoft.com/office/officeart/2018/2/layout/IconCircleList"/>
    <dgm:cxn modelId="{059C24F0-C4BA-45A4-9D71-B2D44CECDB25}" type="presParOf" srcId="{50A4DAE9-C305-4B40-A5BE-17F3DFBC1A0A}" destId="{142D581F-824D-4AAE-98E9-74D3212B6FC2}" srcOrd="1" destOrd="0" presId="urn:microsoft.com/office/officeart/2018/2/layout/IconCircleList"/>
    <dgm:cxn modelId="{E1BA4DD3-9B6A-4EBB-B36B-C0B020815A2F}" type="presParOf" srcId="{50A4DAE9-C305-4B40-A5BE-17F3DFBC1A0A}" destId="{6386FAC2-C321-4A37-9C03-11E0997514A4}" srcOrd="2" destOrd="0" presId="urn:microsoft.com/office/officeart/2018/2/layout/IconCircleList"/>
    <dgm:cxn modelId="{0B35CA27-B648-4C0E-857D-FC2D59925948}" type="presParOf" srcId="{6386FAC2-C321-4A37-9C03-11E0997514A4}" destId="{3725F5A8-CE0D-44A3-AB31-57FFDBFE86B1}" srcOrd="0" destOrd="0" presId="urn:microsoft.com/office/officeart/2018/2/layout/IconCircleList"/>
    <dgm:cxn modelId="{2F7F0FC9-E0BA-4158-A8A9-DEC3E9877369}" type="presParOf" srcId="{6386FAC2-C321-4A37-9C03-11E0997514A4}" destId="{9C13A7E0-B270-426B-9F5D-4D50B041C88D}" srcOrd="1" destOrd="0" presId="urn:microsoft.com/office/officeart/2018/2/layout/IconCircleList"/>
    <dgm:cxn modelId="{466CBCC5-787D-48FC-B217-AE20C5AA0B7B}" type="presParOf" srcId="{6386FAC2-C321-4A37-9C03-11E0997514A4}" destId="{450C0720-4463-4CED-823C-0AEAEF902685}" srcOrd="2" destOrd="0" presId="urn:microsoft.com/office/officeart/2018/2/layout/IconCircleList"/>
    <dgm:cxn modelId="{54E87C22-E780-40AE-A112-BFB0152A4782}" type="presParOf" srcId="{6386FAC2-C321-4A37-9C03-11E0997514A4}" destId="{4733BB67-3200-4707-A686-7A764BCB0D2A}" srcOrd="3" destOrd="0" presId="urn:microsoft.com/office/officeart/2018/2/layout/IconCircleList"/>
    <dgm:cxn modelId="{3A38208E-024C-43BD-B34E-9A780F06046E}" type="presParOf" srcId="{50A4DAE9-C305-4B40-A5BE-17F3DFBC1A0A}" destId="{9278E05A-39FB-46B4-8131-BFCCD5440301}" srcOrd="3" destOrd="0" presId="urn:microsoft.com/office/officeart/2018/2/layout/IconCircleList"/>
    <dgm:cxn modelId="{4D050571-9FD9-4043-AC5C-A39A68ECACD8}" type="presParOf" srcId="{50A4DAE9-C305-4B40-A5BE-17F3DFBC1A0A}" destId="{9FBE6BCB-66B6-47F1-95E4-D06A5EA62DAD}" srcOrd="4" destOrd="0" presId="urn:microsoft.com/office/officeart/2018/2/layout/IconCircleList"/>
    <dgm:cxn modelId="{643EF9F0-DB2C-4A67-8859-353E964FFD0A}" type="presParOf" srcId="{9FBE6BCB-66B6-47F1-95E4-D06A5EA62DAD}" destId="{C1ACEC8D-3FDF-4333-929C-E8B1BB2749D2}" srcOrd="0" destOrd="0" presId="urn:microsoft.com/office/officeart/2018/2/layout/IconCircleList"/>
    <dgm:cxn modelId="{08B9367A-8686-4180-885D-7F8C71FE82A7}" type="presParOf" srcId="{9FBE6BCB-66B6-47F1-95E4-D06A5EA62DAD}" destId="{98C216D7-D7B0-4ABC-A20B-674970876FDA}" srcOrd="1" destOrd="0" presId="urn:microsoft.com/office/officeart/2018/2/layout/IconCircleList"/>
    <dgm:cxn modelId="{82737610-AD33-411F-846C-B46C7EFB86D1}" type="presParOf" srcId="{9FBE6BCB-66B6-47F1-95E4-D06A5EA62DAD}" destId="{03345BF3-8109-4C3F-B7BA-BE5218CAACEB}" srcOrd="2" destOrd="0" presId="urn:microsoft.com/office/officeart/2018/2/layout/IconCircleList"/>
    <dgm:cxn modelId="{2D871FA5-D868-43BD-A00F-7F45CB0BB523}" type="presParOf" srcId="{9FBE6BCB-66B6-47F1-95E4-D06A5EA62DAD}" destId="{3D97B45B-8F2B-4901-A9C5-951C2AFCC73F}" srcOrd="3" destOrd="0" presId="urn:microsoft.com/office/officeart/2018/2/layout/IconCircleList"/>
    <dgm:cxn modelId="{3710DA9A-E41B-4F95-948B-FE2064CD06AD}" type="presParOf" srcId="{50A4DAE9-C305-4B40-A5BE-17F3DFBC1A0A}" destId="{2F5DCECB-70F6-4C8F-80AA-9E3AED1D7ED3}" srcOrd="5" destOrd="0" presId="urn:microsoft.com/office/officeart/2018/2/layout/IconCircleList"/>
    <dgm:cxn modelId="{4BF684BD-7519-4476-93A6-682F5EA429B8}" type="presParOf" srcId="{50A4DAE9-C305-4B40-A5BE-17F3DFBC1A0A}" destId="{6B6FF863-9965-4FD6-9E21-A1086B7A6731}" srcOrd="6" destOrd="0" presId="urn:microsoft.com/office/officeart/2018/2/layout/IconCircleList"/>
    <dgm:cxn modelId="{FF9A9AB4-2B1A-44E5-B7FD-979D327925B9}" type="presParOf" srcId="{6B6FF863-9965-4FD6-9E21-A1086B7A6731}" destId="{852B8725-22A9-43C6-BB9C-88542407FDAD}" srcOrd="0" destOrd="0" presId="urn:microsoft.com/office/officeart/2018/2/layout/IconCircleList"/>
    <dgm:cxn modelId="{F4A7AEF5-CB55-489A-B7A3-8DC1CDFCF5CE}" type="presParOf" srcId="{6B6FF863-9965-4FD6-9E21-A1086B7A6731}" destId="{ECA3170F-5E60-405E-9EE5-D88152784080}" srcOrd="1" destOrd="0" presId="urn:microsoft.com/office/officeart/2018/2/layout/IconCircleList"/>
    <dgm:cxn modelId="{D6C411DB-8450-42A4-8D57-53281C8E4678}" type="presParOf" srcId="{6B6FF863-9965-4FD6-9E21-A1086B7A6731}" destId="{6D4827BD-C6CD-4D10-B5C3-541DA6057E34}" srcOrd="2" destOrd="0" presId="urn:microsoft.com/office/officeart/2018/2/layout/IconCircleList"/>
    <dgm:cxn modelId="{4483014B-033E-4C2A-A5C2-F57F4BC8FBB0}" type="presParOf" srcId="{6B6FF863-9965-4FD6-9E21-A1086B7A6731}" destId="{38880D79-055B-41BD-8C82-4BF01A561477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5FB8B88-73D2-439F-A04D-E18CC70A77A2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336ECDC-5527-4782-9118-2BE25C4A4F62}">
      <dgm:prSet custT="1"/>
      <dgm:spPr/>
      <dgm:t>
        <a:bodyPr/>
        <a:lstStyle/>
        <a:p>
          <a:r>
            <a:rPr lang="en-GB" sz="2400" b="1"/>
            <a:t>Point-to-Point</a:t>
          </a:r>
          <a:r>
            <a:rPr lang="en-GB" sz="2400"/>
            <a:t> → One device connected to one device </a:t>
          </a:r>
          <a:endParaRPr lang="en-US" sz="2400"/>
        </a:p>
      </dgm:t>
    </dgm:pt>
    <dgm:pt modelId="{3680DF23-2852-45FF-88CB-526B5B998313}" type="parTrans" cxnId="{1FE6C7BC-EFA1-4DDC-9650-5F4F99E2E31C}">
      <dgm:prSet/>
      <dgm:spPr/>
      <dgm:t>
        <a:bodyPr/>
        <a:lstStyle/>
        <a:p>
          <a:endParaRPr lang="en-US" sz="1400"/>
        </a:p>
      </dgm:t>
    </dgm:pt>
    <dgm:pt modelId="{B8763680-6D21-405C-8010-C152379E63EB}" type="sibTrans" cxnId="{1FE6C7BC-EFA1-4DDC-9650-5F4F99E2E31C}">
      <dgm:prSet/>
      <dgm:spPr/>
      <dgm:t>
        <a:bodyPr/>
        <a:lstStyle/>
        <a:p>
          <a:endParaRPr lang="en-US" sz="1400"/>
        </a:p>
      </dgm:t>
    </dgm:pt>
    <dgm:pt modelId="{BAC5B5C5-9480-42FF-8B7B-E3CEEF224D32}">
      <dgm:prSet custT="1"/>
      <dgm:spPr/>
      <dgm:t>
        <a:bodyPr/>
        <a:lstStyle/>
        <a:p>
          <a:r>
            <a:rPr lang="en-GB" sz="2400" b="1"/>
            <a:t>Bus / Multi-drop</a:t>
          </a:r>
          <a:r>
            <a:rPr lang="en-GB" sz="2400"/>
            <a:t> → Multiple ECUs connected on same line (e.g., CAN) </a:t>
          </a:r>
          <a:endParaRPr lang="en-US" sz="2400"/>
        </a:p>
      </dgm:t>
    </dgm:pt>
    <dgm:pt modelId="{FFFC8F99-BF5E-497D-917C-6A0C29CCE394}" type="parTrans" cxnId="{E51A019D-7B25-47D5-8078-577926C29522}">
      <dgm:prSet/>
      <dgm:spPr/>
      <dgm:t>
        <a:bodyPr/>
        <a:lstStyle/>
        <a:p>
          <a:endParaRPr lang="en-US" sz="1400"/>
        </a:p>
      </dgm:t>
    </dgm:pt>
    <dgm:pt modelId="{6E026467-5FFB-4F4F-A071-46CB27E6BE36}" type="sibTrans" cxnId="{E51A019D-7B25-47D5-8078-577926C29522}">
      <dgm:prSet/>
      <dgm:spPr/>
      <dgm:t>
        <a:bodyPr/>
        <a:lstStyle/>
        <a:p>
          <a:endParaRPr lang="en-US" sz="1400"/>
        </a:p>
      </dgm:t>
    </dgm:pt>
    <dgm:pt modelId="{D2DA2EC8-E02A-4EE3-A6BB-7CC1F62428D7}">
      <dgm:prSet custT="1"/>
      <dgm:spPr/>
      <dgm:t>
        <a:bodyPr/>
        <a:lstStyle/>
        <a:p>
          <a:r>
            <a:rPr lang="en-GB" sz="2400" b="1"/>
            <a:t>Ring</a:t>
          </a:r>
          <a:r>
            <a:rPr lang="en-GB" sz="2400"/>
            <a:t> → ECUs connected in circular form </a:t>
          </a:r>
          <a:endParaRPr lang="en-US" sz="2400"/>
        </a:p>
      </dgm:t>
    </dgm:pt>
    <dgm:pt modelId="{9B9D44D6-198A-47B6-987A-655199FBAEC8}" type="parTrans" cxnId="{3FF2AA4D-CEB4-49C9-850B-EB5AF67E02C4}">
      <dgm:prSet/>
      <dgm:spPr/>
      <dgm:t>
        <a:bodyPr/>
        <a:lstStyle/>
        <a:p>
          <a:endParaRPr lang="en-US" sz="1400"/>
        </a:p>
      </dgm:t>
    </dgm:pt>
    <dgm:pt modelId="{27D3349E-36DD-42C6-8BE0-788C8D2CDDAA}" type="sibTrans" cxnId="{3FF2AA4D-CEB4-49C9-850B-EB5AF67E02C4}">
      <dgm:prSet/>
      <dgm:spPr/>
      <dgm:t>
        <a:bodyPr/>
        <a:lstStyle/>
        <a:p>
          <a:endParaRPr lang="en-US" sz="1400"/>
        </a:p>
      </dgm:t>
    </dgm:pt>
    <dgm:pt modelId="{A9287228-3CE0-4641-9AE8-8014B3120A85}">
      <dgm:prSet custT="1"/>
      <dgm:spPr/>
      <dgm:t>
        <a:bodyPr/>
        <a:lstStyle/>
        <a:p>
          <a:r>
            <a:rPr lang="en-GB" sz="2400" b="1"/>
            <a:t>Star</a:t>
          </a:r>
          <a:r>
            <a:rPr lang="en-GB" sz="2400"/>
            <a:t> → All ECUs connected to a central unit</a:t>
          </a:r>
          <a:endParaRPr lang="en-US" sz="2400"/>
        </a:p>
      </dgm:t>
    </dgm:pt>
    <dgm:pt modelId="{DB058A0B-BE9D-4EBA-BE74-7FEA6FC785B2}" type="parTrans" cxnId="{965395B4-F6D6-4223-A09C-756265D21E53}">
      <dgm:prSet/>
      <dgm:spPr/>
      <dgm:t>
        <a:bodyPr/>
        <a:lstStyle/>
        <a:p>
          <a:endParaRPr lang="en-US" sz="1400"/>
        </a:p>
      </dgm:t>
    </dgm:pt>
    <dgm:pt modelId="{9ED0C704-4C09-420B-91DF-A811F0A0BBCA}" type="sibTrans" cxnId="{965395B4-F6D6-4223-A09C-756265D21E53}">
      <dgm:prSet/>
      <dgm:spPr/>
      <dgm:t>
        <a:bodyPr/>
        <a:lstStyle/>
        <a:p>
          <a:endParaRPr lang="en-US" sz="1400"/>
        </a:p>
      </dgm:t>
    </dgm:pt>
    <dgm:pt modelId="{9CF998CD-9648-498A-93CB-8E250B794FF6}" type="pres">
      <dgm:prSet presAssocID="{45FB8B88-73D2-439F-A04D-E18CC70A77A2}" presName="vert0" presStyleCnt="0">
        <dgm:presLayoutVars>
          <dgm:dir/>
          <dgm:animOne val="branch"/>
          <dgm:animLvl val="lvl"/>
        </dgm:presLayoutVars>
      </dgm:prSet>
      <dgm:spPr/>
    </dgm:pt>
    <dgm:pt modelId="{25F5AF02-F2A9-4861-BDB6-B60A6937F6F0}" type="pres">
      <dgm:prSet presAssocID="{E336ECDC-5527-4782-9118-2BE25C4A4F62}" presName="thickLine" presStyleLbl="alignNode1" presStyleIdx="0" presStyleCnt="4"/>
      <dgm:spPr/>
    </dgm:pt>
    <dgm:pt modelId="{68E2C0C9-0BDE-45E2-B4B8-F32F9C8AF81D}" type="pres">
      <dgm:prSet presAssocID="{E336ECDC-5527-4782-9118-2BE25C4A4F62}" presName="horz1" presStyleCnt="0"/>
      <dgm:spPr/>
    </dgm:pt>
    <dgm:pt modelId="{9BFECF6E-88AD-412D-9ECF-6C776343B195}" type="pres">
      <dgm:prSet presAssocID="{E336ECDC-5527-4782-9118-2BE25C4A4F62}" presName="tx1" presStyleLbl="revTx" presStyleIdx="0" presStyleCnt="4"/>
      <dgm:spPr/>
    </dgm:pt>
    <dgm:pt modelId="{E3EEA31D-546D-4C9F-AA3E-5EEFFB9C2C6D}" type="pres">
      <dgm:prSet presAssocID="{E336ECDC-5527-4782-9118-2BE25C4A4F62}" presName="vert1" presStyleCnt="0"/>
      <dgm:spPr/>
    </dgm:pt>
    <dgm:pt modelId="{4463434B-E7C5-43A3-AE2C-152907C2CA97}" type="pres">
      <dgm:prSet presAssocID="{BAC5B5C5-9480-42FF-8B7B-E3CEEF224D32}" presName="thickLine" presStyleLbl="alignNode1" presStyleIdx="1" presStyleCnt="4"/>
      <dgm:spPr/>
    </dgm:pt>
    <dgm:pt modelId="{46D69CAD-3EFA-4034-A4B1-D7FBEB55276E}" type="pres">
      <dgm:prSet presAssocID="{BAC5B5C5-9480-42FF-8B7B-E3CEEF224D32}" presName="horz1" presStyleCnt="0"/>
      <dgm:spPr/>
    </dgm:pt>
    <dgm:pt modelId="{D3B280C7-226B-4D70-BDBD-B3FC79DCEF66}" type="pres">
      <dgm:prSet presAssocID="{BAC5B5C5-9480-42FF-8B7B-E3CEEF224D32}" presName="tx1" presStyleLbl="revTx" presStyleIdx="1" presStyleCnt="4"/>
      <dgm:spPr/>
    </dgm:pt>
    <dgm:pt modelId="{55C1A0FA-881E-464F-9963-122FDC38BE03}" type="pres">
      <dgm:prSet presAssocID="{BAC5B5C5-9480-42FF-8B7B-E3CEEF224D32}" presName="vert1" presStyleCnt="0"/>
      <dgm:spPr/>
    </dgm:pt>
    <dgm:pt modelId="{17C15CC4-2824-40CA-B957-C000B3D02DC2}" type="pres">
      <dgm:prSet presAssocID="{D2DA2EC8-E02A-4EE3-A6BB-7CC1F62428D7}" presName="thickLine" presStyleLbl="alignNode1" presStyleIdx="2" presStyleCnt="4"/>
      <dgm:spPr/>
    </dgm:pt>
    <dgm:pt modelId="{B9809EDA-BCBE-4346-BC27-EE7B4D6DC92B}" type="pres">
      <dgm:prSet presAssocID="{D2DA2EC8-E02A-4EE3-A6BB-7CC1F62428D7}" presName="horz1" presStyleCnt="0"/>
      <dgm:spPr/>
    </dgm:pt>
    <dgm:pt modelId="{FFDE53E5-2019-4AB2-9194-BD485053E027}" type="pres">
      <dgm:prSet presAssocID="{D2DA2EC8-E02A-4EE3-A6BB-7CC1F62428D7}" presName="tx1" presStyleLbl="revTx" presStyleIdx="2" presStyleCnt="4"/>
      <dgm:spPr/>
    </dgm:pt>
    <dgm:pt modelId="{13300AAC-5547-4930-B361-492E40F4A222}" type="pres">
      <dgm:prSet presAssocID="{D2DA2EC8-E02A-4EE3-A6BB-7CC1F62428D7}" presName="vert1" presStyleCnt="0"/>
      <dgm:spPr/>
    </dgm:pt>
    <dgm:pt modelId="{986F903B-FB77-4907-BDEB-640FE52777EE}" type="pres">
      <dgm:prSet presAssocID="{A9287228-3CE0-4641-9AE8-8014B3120A85}" presName="thickLine" presStyleLbl="alignNode1" presStyleIdx="3" presStyleCnt="4"/>
      <dgm:spPr/>
    </dgm:pt>
    <dgm:pt modelId="{2A082CE2-E7D4-4C16-A885-BDA64F57FEF6}" type="pres">
      <dgm:prSet presAssocID="{A9287228-3CE0-4641-9AE8-8014B3120A85}" presName="horz1" presStyleCnt="0"/>
      <dgm:spPr/>
    </dgm:pt>
    <dgm:pt modelId="{4293F959-E7EF-42E8-B799-43B00335CB54}" type="pres">
      <dgm:prSet presAssocID="{A9287228-3CE0-4641-9AE8-8014B3120A85}" presName="tx1" presStyleLbl="revTx" presStyleIdx="3" presStyleCnt="4"/>
      <dgm:spPr/>
    </dgm:pt>
    <dgm:pt modelId="{50FBF407-3735-41A2-B1D9-ECE3EF47C05F}" type="pres">
      <dgm:prSet presAssocID="{A9287228-3CE0-4641-9AE8-8014B3120A85}" presName="vert1" presStyleCnt="0"/>
      <dgm:spPr/>
    </dgm:pt>
  </dgm:ptLst>
  <dgm:cxnLst>
    <dgm:cxn modelId="{1556E103-8C66-4276-94D0-342C23E49A7C}" type="presOf" srcId="{A9287228-3CE0-4641-9AE8-8014B3120A85}" destId="{4293F959-E7EF-42E8-B799-43B00335CB54}" srcOrd="0" destOrd="0" presId="urn:microsoft.com/office/officeart/2008/layout/LinedList"/>
    <dgm:cxn modelId="{70F47047-B288-4DBD-BEF5-30BE7871BFDB}" type="presOf" srcId="{BAC5B5C5-9480-42FF-8B7B-E3CEEF224D32}" destId="{D3B280C7-226B-4D70-BDBD-B3FC79DCEF66}" srcOrd="0" destOrd="0" presId="urn:microsoft.com/office/officeart/2008/layout/LinedList"/>
    <dgm:cxn modelId="{3FF2AA4D-CEB4-49C9-850B-EB5AF67E02C4}" srcId="{45FB8B88-73D2-439F-A04D-E18CC70A77A2}" destId="{D2DA2EC8-E02A-4EE3-A6BB-7CC1F62428D7}" srcOrd="2" destOrd="0" parTransId="{9B9D44D6-198A-47B6-987A-655199FBAEC8}" sibTransId="{27D3349E-36DD-42C6-8BE0-788C8D2CDDAA}"/>
    <dgm:cxn modelId="{5F789F93-80B6-4C95-A518-56180519BAFC}" type="presOf" srcId="{E336ECDC-5527-4782-9118-2BE25C4A4F62}" destId="{9BFECF6E-88AD-412D-9ECF-6C776343B195}" srcOrd="0" destOrd="0" presId="urn:microsoft.com/office/officeart/2008/layout/LinedList"/>
    <dgm:cxn modelId="{5C437599-92A9-4A10-AC12-DD51B9C39AB9}" type="presOf" srcId="{D2DA2EC8-E02A-4EE3-A6BB-7CC1F62428D7}" destId="{FFDE53E5-2019-4AB2-9194-BD485053E027}" srcOrd="0" destOrd="0" presId="urn:microsoft.com/office/officeart/2008/layout/LinedList"/>
    <dgm:cxn modelId="{E51A019D-7B25-47D5-8078-577926C29522}" srcId="{45FB8B88-73D2-439F-A04D-E18CC70A77A2}" destId="{BAC5B5C5-9480-42FF-8B7B-E3CEEF224D32}" srcOrd="1" destOrd="0" parTransId="{FFFC8F99-BF5E-497D-917C-6A0C29CCE394}" sibTransId="{6E026467-5FFB-4F4F-A071-46CB27E6BE36}"/>
    <dgm:cxn modelId="{965395B4-F6D6-4223-A09C-756265D21E53}" srcId="{45FB8B88-73D2-439F-A04D-E18CC70A77A2}" destId="{A9287228-3CE0-4641-9AE8-8014B3120A85}" srcOrd="3" destOrd="0" parTransId="{DB058A0B-BE9D-4EBA-BE74-7FEA6FC785B2}" sibTransId="{9ED0C704-4C09-420B-91DF-A811F0A0BBCA}"/>
    <dgm:cxn modelId="{1FE6C7BC-EFA1-4DDC-9650-5F4F99E2E31C}" srcId="{45FB8B88-73D2-439F-A04D-E18CC70A77A2}" destId="{E336ECDC-5527-4782-9118-2BE25C4A4F62}" srcOrd="0" destOrd="0" parTransId="{3680DF23-2852-45FF-88CB-526B5B998313}" sibTransId="{B8763680-6D21-405C-8010-C152379E63EB}"/>
    <dgm:cxn modelId="{4A35E9C7-1835-4AF9-90FB-2655A79E5CCA}" type="presOf" srcId="{45FB8B88-73D2-439F-A04D-E18CC70A77A2}" destId="{9CF998CD-9648-498A-93CB-8E250B794FF6}" srcOrd="0" destOrd="0" presId="urn:microsoft.com/office/officeart/2008/layout/LinedList"/>
    <dgm:cxn modelId="{AAC6FEA0-25BA-458B-8C07-BA6981ADE93A}" type="presParOf" srcId="{9CF998CD-9648-498A-93CB-8E250B794FF6}" destId="{25F5AF02-F2A9-4861-BDB6-B60A6937F6F0}" srcOrd="0" destOrd="0" presId="urn:microsoft.com/office/officeart/2008/layout/LinedList"/>
    <dgm:cxn modelId="{170A57D5-99F7-4CA8-AF19-6E6E22A17828}" type="presParOf" srcId="{9CF998CD-9648-498A-93CB-8E250B794FF6}" destId="{68E2C0C9-0BDE-45E2-B4B8-F32F9C8AF81D}" srcOrd="1" destOrd="0" presId="urn:microsoft.com/office/officeart/2008/layout/LinedList"/>
    <dgm:cxn modelId="{E17255C1-7A7C-4F7A-AC47-CCDD27ABA79A}" type="presParOf" srcId="{68E2C0C9-0BDE-45E2-B4B8-F32F9C8AF81D}" destId="{9BFECF6E-88AD-412D-9ECF-6C776343B195}" srcOrd="0" destOrd="0" presId="urn:microsoft.com/office/officeart/2008/layout/LinedList"/>
    <dgm:cxn modelId="{FE13A186-998C-41F8-B09B-7E1F7FDDC714}" type="presParOf" srcId="{68E2C0C9-0BDE-45E2-B4B8-F32F9C8AF81D}" destId="{E3EEA31D-546D-4C9F-AA3E-5EEFFB9C2C6D}" srcOrd="1" destOrd="0" presId="urn:microsoft.com/office/officeart/2008/layout/LinedList"/>
    <dgm:cxn modelId="{C8A74809-A498-4566-9790-4DEE4C396F61}" type="presParOf" srcId="{9CF998CD-9648-498A-93CB-8E250B794FF6}" destId="{4463434B-E7C5-43A3-AE2C-152907C2CA97}" srcOrd="2" destOrd="0" presId="urn:microsoft.com/office/officeart/2008/layout/LinedList"/>
    <dgm:cxn modelId="{6BF0BDC2-9483-47D4-8754-E661E28C9BA0}" type="presParOf" srcId="{9CF998CD-9648-498A-93CB-8E250B794FF6}" destId="{46D69CAD-3EFA-4034-A4B1-D7FBEB55276E}" srcOrd="3" destOrd="0" presId="urn:microsoft.com/office/officeart/2008/layout/LinedList"/>
    <dgm:cxn modelId="{A73AA003-8232-4C0F-A458-7E7E4CB08DC7}" type="presParOf" srcId="{46D69CAD-3EFA-4034-A4B1-D7FBEB55276E}" destId="{D3B280C7-226B-4D70-BDBD-B3FC79DCEF66}" srcOrd="0" destOrd="0" presId="urn:microsoft.com/office/officeart/2008/layout/LinedList"/>
    <dgm:cxn modelId="{8267C3F9-DC58-4CDF-8C3A-43AC1BED897F}" type="presParOf" srcId="{46D69CAD-3EFA-4034-A4B1-D7FBEB55276E}" destId="{55C1A0FA-881E-464F-9963-122FDC38BE03}" srcOrd="1" destOrd="0" presId="urn:microsoft.com/office/officeart/2008/layout/LinedList"/>
    <dgm:cxn modelId="{377D5286-76B3-4F4E-B442-A52AD8C99832}" type="presParOf" srcId="{9CF998CD-9648-498A-93CB-8E250B794FF6}" destId="{17C15CC4-2824-40CA-B957-C000B3D02DC2}" srcOrd="4" destOrd="0" presId="urn:microsoft.com/office/officeart/2008/layout/LinedList"/>
    <dgm:cxn modelId="{49DD9BD6-C6D0-4DE1-ABC6-E9AD3D18F6CA}" type="presParOf" srcId="{9CF998CD-9648-498A-93CB-8E250B794FF6}" destId="{B9809EDA-BCBE-4346-BC27-EE7B4D6DC92B}" srcOrd="5" destOrd="0" presId="urn:microsoft.com/office/officeart/2008/layout/LinedList"/>
    <dgm:cxn modelId="{4CAD6BE0-6252-41BC-ADCD-3136724DACC8}" type="presParOf" srcId="{B9809EDA-BCBE-4346-BC27-EE7B4D6DC92B}" destId="{FFDE53E5-2019-4AB2-9194-BD485053E027}" srcOrd="0" destOrd="0" presId="urn:microsoft.com/office/officeart/2008/layout/LinedList"/>
    <dgm:cxn modelId="{727B075A-568E-4B18-9124-78E1E7A2F40E}" type="presParOf" srcId="{B9809EDA-BCBE-4346-BC27-EE7B4D6DC92B}" destId="{13300AAC-5547-4930-B361-492E40F4A222}" srcOrd="1" destOrd="0" presId="urn:microsoft.com/office/officeart/2008/layout/LinedList"/>
    <dgm:cxn modelId="{D8322641-7C01-49EC-ADF4-49B3D46B9D8B}" type="presParOf" srcId="{9CF998CD-9648-498A-93CB-8E250B794FF6}" destId="{986F903B-FB77-4907-BDEB-640FE52777EE}" srcOrd="6" destOrd="0" presId="urn:microsoft.com/office/officeart/2008/layout/LinedList"/>
    <dgm:cxn modelId="{127BB883-0826-4122-897B-6BEFA9B112CB}" type="presParOf" srcId="{9CF998CD-9648-498A-93CB-8E250B794FF6}" destId="{2A082CE2-E7D4-4C16-A885-BDA64F57FEF6}" srcOrd="7" destOrd="0" presId="urn:microsoft.com/office/officeart/2008/layout/LinedList"/>
    <dgm:cxn modelId="{00FF0C03-6775-47E1-9D78-9D1298F1FC86}" type="presParOf" srcId="{2A082CE2-E7D4-4C16-A885-BDA64F57FEF6}" destId="{4293F959-E7EF-42E8-B799-43B00335CB54}" srcOrd="0" destOrd="0" presId="urn:microsoft.com/office/officeart/2008/layout/LinedList"/>
    <dgm:cxn modelId="{A50B7109-63E8-4379-8051-E2B48944A893}" type="presParOf" srcId="{2A082CE2-E7D4-4C16-A885-BDA64F57FEF6}" destId="{50FBF407-3735-41A2-B1D9-ECE3EF47C05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911B17C-A390-4FDB-A53A-9C819442A8C6}">
      <dsp:nvSpPr>
        <dsp:cNvPr id="0" name=""/>
        <dsp:cNvSpPr/>
      </dsp:nvSpPr>
      <dsp:spPr>
        <a:xfrm>
          <a:off x="250047" y="445605"/>
          <a:ext cx="769886" cy="76988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673AAE8-308F-4A8D-B16C-A373B3C255B0}">
      <dsp:nvSpPr>
        <dsp:cNvPr id="0" name=""/>
        <dsp:cNvSpPr/>
      </dsp:nvSpPr>
      <dsp:spPr>
        <a:xfrm>
          <a:off x="414122" y="609680"/>
          <a:ext cx="441738" cy="44173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41D7B6-AD59-42F4-BA7E-B5ACA8B9AC90}">
      <dsp:nvSpPr>
        <dsp:cNvPr id="0" name=""/>
        <dsp:cNvSpPr/>
      </dsp:nvSpPr>
      <dsp:spPr>
        <a:xfrm>
          <a:off x="3936" y="1455293"/>
          <a:ext cx="1262109" cy="504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Very high speed network</a:t>
          </a:r>
        </a:p>
      </dsp:txBody>
      <dsp:txXfrm>
        <a:off x="3936" y="1455293"/>
        <a:ext cx="1262109" cy="504843"/>
      </dsp:txXfrm>
    </dsp:sp>
    <dsp:sp modelId="{131E8150-748B-497F-AF9C-06037EDCFD34}">
      <dsp:nvSpPr>
        <dsp:cNvPr id="0" name=""/>
        <dsp:cNvSpPr/>
      </dsp:nvSpPr>
      <dsp:spPr>
        <a:xfrm>
          <a:off x="1733026" y="445605"/>
          <a:ext cx="769886" cy="769886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8A6D7E-A488-4017-80EB-E3279239CA3F}">
      <dsp:nvSpPr>
        <dsp:cNvPr id="0" name=""/>
        <dsp:cNvSpPr/>
      </dsp:nvSpPr>
      <dsp:spPr>
        <a:xfrm>
          <a:off x="1897100" y="609680"/>
          <a:ext cx="441738" cy="44173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30D470-961C-4DB6-BB9B-C6921AB13366}">
      <dsp:nvSpPr>
        <dsp:cNvPr id="0" name=""/>
        <dsp:cNvSpPr/>
      </dsp:nvSpPr>
      <dsp:spPr>
        <a:xfrm>
          <a:off x="1486915" y="1455293"/>
          <a:ext cx="1262109" cy="504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Used in ADAS systems</a:t>
          </a:r>
        </a:p>
      </dsp:txBody>
      <dsp:txXfrm>
        <a:off x="1486915" y="1455293"/>
        <a:ext cx="1262109" cy="504843"/>
      </dsp:txXfrm>
    </dsp:sp>
    <dsp:sp modelId="{546E0368-546E-474E-9A2D-339F5DE8EAB9}">
      <dsp:nvSpPr>
        <dsp:cNvPr id="0" name=""/>
        <dsp:cNvSpPr/>
      </dsp:nvSpPr>
      <dsp:spPr>
        <a:xfrm>
          <a:off x="3216004" y="445605"/>
          <a:ext cx="769886" cy="769886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DD97B8-08FD-4EA5-9130-8EB2153CEE04}">
      <dsp:nvSpPr>
        <dsp:cNvPr id="0" name=""/>
        <dsp:cNvSpPr/>
      </dsp:nvSpPr>
      <dsp:spPr>
        <a:xfrm>
          <a:off x="3380079" y="609680"/>
          <a:ext cx="441738" cy="44173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0EA576-811F-42AF-B75F-20BA5D5C5ECF}">
      <dsp:nvSpPr>
        <dsp:cNvPr id="0" name=""/>
        <dsp:cNvSpPr/>
      </dsp:nvSpPr>
      <dsp:spPr>
        <a:xfrm>
          <a:off x="2969893" y="1455293"/>
          <a:ext cx="1262109" cy="504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Supports cameras &amp; sensors</a:t>
          </a:r>
        </a:p>
      </dsp:txBody>
      <dsp:txXfrm>
        <a:off x="2969893" y="1455293"/>
        <a:ext cx="1262109" cy="504843"/>
      </dsp:txXfrm>
    </dsp:sp>
    <dsp:sp modelId="{2FDA3C4B-AC7A-4070-A6EB-469CEEEB97D0}">
      <dsp:nvSpPr>
        <dsp:cNvPr id="0" name=""/>
        <dsp:cNvSpPr/>
      </dsp:nvSpPr>
      <dsp:spPr>
        <a:xfrm>
          <a:off x="4698983" y="445605"/>
          <a:ext cx="769886" cy="769886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7BBFEF6-3DB1-45C4-9F5A-6A9E5505C542}">
      <dsp:nvSpPr>
        <dsp:cNvPr id="0" name=""/>
        <dsp:cNvSpPr/>
      </dsp:nvSpPr>
      <dsp:spPr>
        <a:xfrm>
          <a:off x="4863057" y="609680"/>
          <a:ext cx="441738" cy="44173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9F511D-01F0-4C6E-B8D0-2DACACD4AE47}">
      <dsp:nvSpPr>
        <dsp:cNvPr id="0" name=""/>
        <dsp:cNvSpPr/>
      </dsp:nvSpPr>
      <dsp:spPr>
        <a:xfrm>
          <a:off x="4452872" y="1455293"/>
          <a:ext cx="1262109" cy="504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 dirty="0"/>
            <a:t>Acts as backbone network</a:t>
          </a:r>
        </a:p>
      </dsp:txBody>
      <dsp:txXfrm>
        <a:off x="4452872" y="1455293"/>
        <a:ext cx="1262109" cy="50484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402235-0B67-4ED1-9363-0E9948E0E8A9}">
      <dsp:nvSpPr>
        <dsp:cNvPr id="0" name=""/>
        <dsp:cNvSpPr/>
      </dsp:nvSpPr>
      <dsp:spPr>
        <a:xfrm>
          <a:off x="189082" y="8195"/>
          <a:ext cx="1323913" cy="1323913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D834C9D-F139-4144-97BE-74167970953F}">
      <dsp:nvSpPr>
        <dsp:cNvPr id="0" name=""/>
        <dsp:cNvSpPr/>
      </dsp:nvSpPr>
      <dsp:spPr>
        <a:xfrm>
          <a:off x="467104" y="286217"/>
          <a:ext cx="767869" cy="7678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998090-0768-4A19-BBDC-967637893303}">
      <dsp:nvSpPr>
        <dsp:cNvPr id="0" name=""/>
        <dsp:cNvSpPr/>
      </dsp:nvSpPr>
      <dsp:spPr>
        <a:xfrm>
          <a:off x="1796691" y="8195"/>
          <a:ext cx="3120653" cy="13239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Connects all ECUs</a:t>
          </a:r>
        </a:p>
      </dsp:txBody>
      <dsp:txXfrm>
        <a:off x="1796691" y="8195"/>
        <a:ext cx="3120653" cy="1323913"/>
      </dsp:txXfrm>
    </dsp:sp>
    <dsp:sp modelId="{3725F5A8-CE0D-44A3-AB31-57FFDBFE86B1}">
      <dsp:nvSpPr>
        <dsp:cNvPr id="0" name=""/>
        <dsp:cNvSpPr/>
      </dsp:nvSpPr>
      <dsp:spPr>
        <a:xfrm>
          <a:off x="5461095" y="8195"/>
          <a:ext cx="1323913" cy="1323913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13A7E0-B270-426B-9F5D-4D50B041C88D}">
      <dsp:nvSpPr>
        <dsp:cNvPr id="0" name=""/>
        <dsp:cNvSpPr/>
      </dsp:nvSpPr>
      <dsp:spPr>
        <a:xfrm>
          <a:off x="5739116" y="286217"/>
          <a:ext cx="767869" cy="7678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33BB67-3200-4707-A686-7A764BCB0D2A}">
      <dsp:nvSpPr>
        <dsp:cNvPr id="0" name=""/>
        <dsp:cNvSpPr/>
      </dsp:nvSpPr>
      <dsp:spPr>
        <a:xfrm>
          <a:off x="7068704" y="8195"/>
          <a:ext cx="3120653" cy="13239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Allows data flow</a:t>
          </a:r>
        </a:p>
      </dsp:txBody>
      <dsp:txXfrm>
        <a:off x="7068704" y="8195"/>
        <a:ext cx="3120653" cy="1323913"/>
      </dsp:txXfrm>
    </dsp:sp>
    <dsp:sp modelId="{C1ACEC8D-3FDF-4333-929C-E8B1BB2749D2}">
      <dsp:nvSpPr>
        <dsp:cNvPr id="0" name=""/>
        <dsp:cNvSpPr/>
      </dsp:nvSpPr>
      <dsp:spPr>
        <a:xfrm>
          <a:off x="189082" y="1877792"/>
          <a:ext cx="1323913" cy="1323913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C216D7-D7B0-4ABC-A20B-674970876FDA}">
      <dsp:nvSpPr>
        <dsp:cNvPr id="0" name=""/>
        <dsp:cNvSpPr/>
      </dsp:nvSpPr>
      <dsp:spPr>
        <a:xfrm>
          <a:off x="467104" y="2155814"/>
          <a:ext cx="767869" cy="7678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97B45B-8F2B-4901-A9C5-951C2AFCC73F}">
      <dsp:nvSpPr>
        <dsp:cNvPr id="0" name=""/>
        <dsp:cNvSpPr/>
      </dsp:nvSpPr>
      <dsp:spPr>
        <a:xfrm>
          <a:off x="1796691" y="1877792"/>
          <a:ext cx="3120653" cy="13239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Uses CAN, LIN, Ethernet</a:t>
          </a:r>
        </a:p>
      </dsp:txBody>
      <dsp:txXfrm>
        <a:off x="1796691" y="1877792"/>
        <a:ext cx="3120653" cy="1323913"/>
      </dsp:txXfrm>
    </dsp:sp>
    <dsp:sp modelId="{852B8725-22A9-43C6-BB9C-88542407FDAD}">
      <dsp:nvSpPr>
        <dsp:cNvPr id="0" name=""/>
        <dsp:cNvSpPr/>
      </dsp:nvSpPr>
      <dsp:spPr>
        <a:xfrm>
          <a:off x="5461095" y="1877792"/>
          <a:ext cx="1323913" cy="1323913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CA3170F-5E60-405E-9EE5-D88152784080}">
      <dsp:nvSpPr>
        <dsp:cNvPr id="0" name=""/>
        <dsp:cNvSpPr/>
      </dsp:nvSpPr>
      <dsp:spPr>
        <a:xfrm>
          <a:off x="5739116" y="2155814"/>
          <a:ext cx="767869" cy="7678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880D79-055B-41BD-8C82-4BF01A561477}">
      <dsp:nvSpPr>
        <dsp:cNvPr id="0" name=""/>
        <dsp:cNvSpPr/>
      </dsp:nvSpPr>
      <dsp:spPr>
        <a:xfrm>
          <a:off x="7068704" y="1877792"/>
          <a:ext cx="3120653" cy="13239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Ensures proper vehicle operation</a:t>
          </a:r>
        </a:p>
      </dsp:txBody>
      <dsp:txXfrm>
        <a:off x="7068704" y="1877792"/>
        <a:ext cx="3120653" cy="132391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F5AF02-F2A9-4861-BDB6-B60A6937F6F0}">
      <dsp:nvSpPr>
        <dsp:cNvPr id="0" name=""/>
        <dsp:cNvSpPr/>
      </dsp:nvSpPr>
      <dsp:spPr>
        <a:xfrm>
          <a:off x="0" y="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FECF6E-88AD-412D-9ECF-6C776343B195}">
      <dsp:nvSpPr>
        <dsp:cNvPr id="0" name=""/>
        <dsp:cNvSpPr/>
      </dsp:nvSpPr>
      <dsp:spPr>
        <a:xfrm>
          <a:off x="0" y="0"/>
          <a:ext cx="1051560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/>
            <a:t>Point-to-Point</a:t>
          </a:r>
          <a:r>
            <a:rPr lang="en-GB" sz="2400" kern="1200"/>
            <a:t> → One device connected to one device </a:t>
          </a:r>
          <a:endParaRPr lang="en-US" sz="2400" kern="1200"/>
        </a:p>
      </dsp:txBody>
      <dsp:txXfrm>
        <a:off x="0" y="0"/>
        <a:ext cx="10515600" cy="1087834"/>
      </dsp:txXfrm>
    </dsp:sp>
    <dsp:sp modelId="{4463434B-E7C5-43A3-AE2C-152907C2CA97}">
      <dsp:nvSpPr>
        <dsp:cNvPr id="0" name=""/>
        <dsp:cNvSpPr/>
      </dsp:nvSpPr>
      <dsp:spPr>
        <a:xfrm>
          <a:off x="0" y="108783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B280C7-226B-4D70-BDBD-B3FC79DCEF66}">
      <dsp:nvSpPr>
        <dsp:cNvPr id="0" name=""/>
        <dsp:cNvSpPr/>
      </dsp:nvSpPr>
      <dsp:spPr>
        <a:xfrm>
          <a:off x="0" y="1087834"/>
          <a:ext cx="1051560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/>
            <a:t>Bus / Multi-drop</a:t>
          </a:r>
          <a:r>
            <a:rPr lang="en-GB" sz="2400" kern="1200"/>
            <a:t> → Multiple ECUs connected on same line (e.g., CAN) </a:t>
          </a:r>
          <a:endParaRPr lang="en-US" sz="2400" kern="1200"/>
        </a:p>
      </dsp:txBody>
      <dsp:txXfrm>
        <a:off x="0" y="1087834"/>
        <a:ext cx="10515600" cy="1087834"/>
      </dsp:txXfrm>
    </dsp:sp>
    <dsp:sp modelId="{17C15CC4-2824-40CA-B957-C000B3D02DC2}">
      <dsp:nvSpPr>
        <dsp:cNvPr id="0" name=""/>
        <dsp:cNvSpPr/>
      </dsp:nvSpPr>
      <dsp:spPr>
        <a:xfrm>
          <a:off x="0" y="217566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DE53E5-2019-4AB2-9194-BD485053E027}">
      <dsp:nvSpPr>
        <dsp:cNvPr id="0" name=""/>
        <dsp:cNvSpPr/>
      </dsp:nvSpPr>
      <dsp:spPr>
        <a:xfrm>
          <a:off x="0" y="2175669"/>
          <a:ext cx="1051560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/>
            <a:t>Ring</a:t>
          </a:r>
          <a:r>
            <a:rPr lang="en-GB" sz="2400" kern="1200"/>
            <a:t> → ECUs connected in circular form </a:t>
          </a:r>
          <a:endParaRPr lang="en-US" sz="2400" kern="1200"/>
        </a:p>
      </dsp:txBody>
      <dsp:txXfrm>
        <a:off x="0" y="2175669"/>
        <a:ext cx="10515600" cy="1087834"/>
      </dsp:txXfrm>
    </dsp:sp>
    <dsp:sp modelId="{986F903B-FB77-4907-BDEB-640FE52777EE}">
      <dsp:nvSpPr>
        <dsp:cNvPr id="0" name=""/>
        <dsp:cNvSpPr/>
      </dsp:nvSpPr>
      <dsp:spPr>
        <a:xfrm>
          <a:off x="0" y="3263503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93F959-E7EF-42E8-B799-43B00335CB54}">
      <dsp:nvSpPr>
        <dsp:cNvPr id="0" name=""/>
        <dsp:cNvSpPr/>
      </dsp:nvSpPr>
      <dsp:spPr>
        <a:xfrm>
          <a:off x="0" y="3263503"/>
          <a:ext cx="1051560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/>
            <a:t>Star</a:t>
          </a:r>
          <a:r>
            <a:rPr lang="en-GB" sz="2400" kern="1200"/>
            <a:t> → All ECUs connected to a central unit</a:t>
          </a:r>
          <a:endParaRPr lang="en-US" sz="2400" kern="1200"/>
        </a:p>
      </dsp:txBody>
      <dsp:txXfrm>
        <a:off x="0" y="3263503"/>
        <a:ext cx="10515600" cy="10878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7FE84-ECC9-DCAE-3AE9-7DB5BCA62B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F347F1-818A-962B-F8BF-415DAD21F9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EF55C-C674-2AC1-3804-FE4AC4BA9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3D60C0-ECD4-660A-2C13-099610DCA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D69E43-78ED-1297-2C55-250735188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4428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5B1D2-A05B-B7A7-9619-8A76C6094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B1499-1BE7-96E4-D171-999F62FCB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C9EB8-0FEC-5F8F-56E0-D8EA7B3E2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C3969-8172-1B6B-A535-3578A876A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0AFBA9-1120-81F2-65F5-1E457B5EC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5949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13082-746D-EA67-81DF-F9CA1DFE9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483AB1-FCC2-85AE-6997-6D7EC7BEE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E8369-4DBF-38A9-D55E-5F2436C33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2EB393-4315-B124-93DA-1D0034BC2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95AD51-0EE3-7445-997E-58FDFC28D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96320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A5130-B6C7-A385-9559-AE5D8E4B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6FDEA-7A77-6082-CC32-9645A43263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34764F-6BCF-9401-FEC6-41C7091A71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CA9FDA-CDF4-45EC-09AB-4195D535E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F80992-C67B-0F49-F712-8B4E4A60A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7BEE26-B430-FCB6-DAAA-691561BE0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60489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EDC42-E1E5-D6B2-ED83-626D7670A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20A01D-E8F3-D08F-BF85-43ABB0DC4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6F7475-4AA2-C5E1-24FA-E276068E5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9F1216-731A-C932-5ECB-D2AC4ECF9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5F0E45-6870-005A-7569-FEFD4565D9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098B53-5AAE-2815-6F95-B439483B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51A91B-527E-FE13-8421-BD811BAD7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35E384-B69C-20F7-C342-83A1EF997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760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6892D-87F5-9627-3BB1-2E2D597A5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DFD04C-49F5-C875-6CEE-AAC3D0F00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09CCC1-A4D8-C8CE-BBC6-DED36C317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1B29DA-4D5D-9054-F2CD-E38728CE6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59294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7470FD-357A-027E-C0AA-BA6FB17D0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877F97-2343-D69B-C03E-A9AFA7D65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95DBC-C6B0-366E-C885-55442C543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2174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312ED-48AC-1C7D-646D-81BC007F4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9C41B4-4CCE-6BD3-3394-0D3FEC4A1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877F8F-18AE-989C-1C9B-90E3411F18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4D3EEE-28D7-3256-94E7-1F2779478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7C9227-134D-2659-DBB9-FCCC1DC55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FB5315-B1A6-2D24-3E0D-B0041D22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4503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45FC4-2EC2-9EED-717F-5B9844071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382E6A-2349-1AB5-740E-4E64BC98C8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7BEEE-1A34-972D-5680-47730283F1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DB6CC4-2E98-5C10-4D70-E17E1FF88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11766-87CD-B8DC-BBB2-6C95E3AF0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CD5F71-E147-A49D-EF62-4503882F6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2674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92CE1-2B1A-ACFF-9495-B7795BBE5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CEB3E3-2D0A-51FB-6397-95E4F3A2C9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AF719-5DBA-E9C3-896A-0DF33290B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91F9F3-2571-A531-E4A0-41D883A69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80DE67-92B0-E4A4-820C-97537F44C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98829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79BED4-BD40-FDFE-2FDE-3E23534703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BBCFFA-D77E-A3E5-0E90-366ABB6B8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0F8F5C-C288-DC21-CDF0-6A20F7308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0B0AA6-1AAD-5A1B-734F-90F8A3FD2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4BFBB-D4F9-0FEE-0124-717031C70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1625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B597D4-5036-2242-8F0E-C938D8FB7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8425AF-8DDD-3AED-E953-2C4591D42F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5FDAD0-025C-9ABB-0437-93E3974C73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761641-EE3E-F3C4-BE16-9B587B4D40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F3551-AD38-60D4-D5E1-9EBD3D378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0190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anchor="ctr">
            <a:normAutofit/>
          </a:bodyPr>
          <a:lstStyle/>
          <a:p>
            <a:r>
              <a:rPr lang="en-IN" sz="2800"/>
              <a:t>Automotive Protocols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094" y="2718054"/>
            <a:ext cx="3438906" cy="320725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IN" sz="1700"/>
              <a:t>Protocols = communication rules</a:t>
            </a:r>
          </a:p>
        </p:txBody>
      </p:sp>
      <p:pic>
        <p:nvPicPr>
          <p:cNvPr id="4" name="Picture 3" descr="A screenshot of a phone&#10;&#10;AI-generated content may be incorrect.">
            <a:extLst>
              <a:ext uri="{FF2B5EF4-FFF2-40B4-BE49-F238E27FC236}">
                <a16:creationId xmlns:a16="http://schemas.microsoft.com/office/drawing/2014/main" id="{C91A38B1-6A60-8F32-9D52-DA7B12541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1402690"/>
            <a:ext cx="6922008" cy="41532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IN" sz="4000" dirty="0"/>
              <a:t>CAN Protocol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r>
              <a:rPr lang="en-GB" sz="2400" b="1" dirty="0"/>
              <a:t>CAN (Controller Area Network)</a:t>
            </a:r>
            <a:r>
              <a:rPr lang="en-GB" sz="2400" dirty="0"/>
              <a:t> is a communication protocol used in vehicles</a:t>
            </a:r>
          </a:p>
          <a:p>
            <a:r>
              <a:rPr lang="en-GB" sz="2400" dirty="0"/>
              <a:t>It allows multiple </a:t>
            </a:r>
            <a:r>
              <a:rPr lang="en-GB" sz="2400" b="1" dirty="0"/>
              <a:t>ECUs to communicate with each other</a:t>
            </a:r>
            <a:r>
              <a:rPr lang="en-GB" sz="2400" dirty="0"/>
              <a:t> without a central computer</a:t>
            </a:r>
          </a:p>
          <a:p>
            <a:r>
              <a:rPr lang="en-GB" sz="2400" dirty="0"/>
              <a:t>Developed by </a:t>
            </a:r>
            <a:r>
              <a:rPr lang="en-GB" sz="2400" b="1" dirty="0"/>
              <a:t>Bosch in the 1980s</a:t>
            </a:r>
            <a:r>
              <a:rPr lang="en-GB" sz="2400" dirty="0"/>
              <a:t> to reduce wiring complexity</a:t>
            </a:r>
          </a:p>
          <a:p>
            <a:r>
              <a:rPr lang="en-GB" sz="2400" dirty="0"/>
              <a:t>Uses a </a:t>
            </a:r>
            <a:r>
              <a:rPr lang="en-GB" sz="2400" b="1" dirty="0"/>
              <a:t>two-wire bus system</a:t>
            </a:r>
            <a:r>
              <a:rPr lang="en-GB" sz="2400" dirty="0"/>
              <a:t> to connect all ECUs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b="1" dirty="0"/>
              <a:t>Why CAN is Important</a:t>
            </a:r>
          </a:p>
          <a:p>
            <a:r>
              <a:rPr lang="en-GB" sz="2400" dirty="0"/>
              <a:t>Reduces </a:t>
            </a:r>
            <a:r>
              <a:rPr lang="en-GB" sz="2400" b="1" dirty="0"/>
              <a:t>wiring and system complexity</a:t>
            </a:r>
            <a:endParaRPr lang="en-GB" sz="2400" dirty="0"/>
          </a:p>
          <a:p>
            <a:r>
              <a:rPr lang="en-GB" sz="2400" dirty="0"/>
              <a:t>Provides </a:t>
            </a:r>
            <a:r>
              <a:rPr lang="en-GB" sz="2400" b="1" dirty="0"/>
              <a:t>reliable and real-time communication</a:t>
            </a:r>
            <a:endParaRPr lang="en-GB" sz="2400" dirty="0"/>
          </a:p>
          <a:p>
            <a:r>
              <a:rPr lang="en-GB" sz="2400" dirty="0"/>
              <a:t>Helps in </a:t>
            </a:r>
            <a:r>
              <a:rPr lang="en-GB" sz="2400" b="1" dirty="0"/>
              <a:t>efficient vehicle control and coordination</a:t>
            </a:r>
            <a:endParaRPr lang="en-GB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F85B1-B540-1F27-84CC-46888A696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Features of CAN</a:t>
            </a:r>
            <a:endParaRPr lang="en-IN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8EC822-7DA5-4743-E4FB-7038B9256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Multi-master system</a:t>
            </a:r>
            <a:r>
              <a:rPr lang="en-GB" dirty="0"/>
              <a:t> → Any ECU can send data</a:t>
            </a:r>
          </a:p>
          <a:p>
            <a:r>
              <a:rPr lang="en-GB" b="1" dirty="0"/>
              <a:t>Broadcast communication</a:t>
            </a:r>
            <a:r>
              <a:rPr lang="en-GB" dirty="0"/>
              <a:t> → Message is received by all nodes</a:t>
            </a:r>
          </a:p>
          <a:p>
            <a:r>
              <a:rPr lang="en-GB" b="1" dirty="0"/>
              <a:t>Message-based (not address-based)</a:t>
            </a:r>
            <a:endParaRPr lang="en-GB" dirty="0"/>
          </a:p>
          <a:p>
            <a:r>
              <a:rPr lang="en-GB" b="1" dirty="0"/>
              <a:t>High reliability</a:t>
            </a:r>
            <a:r>
              <a:rPr lang="en-GB" dirty="0"/>
              <a:t> with built-in error detection</a:t>
            </a:r>
          </a:p>
          <a:p>
            <a:r>
              <a:rPr lang="en-GB" b="1" dirty="0"/>
              <a:t>Real-time communication</a:t>
            </a:r>
            <a:r>
              <a:rPr lang="en-GB" dirty="0"/>
              <a:t> for fast response</a:t>
            </a:r>
          </a:p>
          <a:p>
            <a:r>
              <a:rPr lang="en-GB" b="1" dirty="0"/>
              <a:t>Priority-based arbitration</a:t>
            </a:r>
            <a:r>
              <a:rPr lang="en-GB" dirty="0"/>
              <a:t> (important messages first)</a:t>
            </a:r>
          </a:p>
          <a:p>
            <a:r>
              <a:rPr lang="en-GB" dirty="0"/>
              <a:t>Supports speeds up to </a:t>
            </a:r>
            <a:r>
              <a:rPr lang="en-GB" b="1" dirty="0"/>
              <a:t>1 Mbps (CAN)</a:t>
            </a:r>
            <a:r>
              <a:rPr lang="en-GB" dirty="0"/>
              <a:t> and higher in CAN-FD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916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B45F194-4B07-18FE-576E-F72D36C6A4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426016"/>
            <a:ext cx="5181600" cy="4351338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GB" b="1" dirty="0"/>
              <a:t>Before CAN</a:t>
            </a:r>
          </a:p>
          <a:p>
            <a:r>
              <a:rPr lang="en-GB" sz="2000" dirty="0"/>
              <a:t>Vehicles used </a:t>
            </a:r>
            <a:r>
              <a:rPr lang="en-GB" sz="2000" b="1" dirty="0"/>
              <a:t>point-to-point wiring</a:t>
            </a:r>
            <a:endParaRPr lang="en-GB" sz="2000" dirty="0"/>
          </a:p>
          <a:p>
            <a:r>
              <a:rPr lang="en-GB" sz="2000" dirty="0"/>
              <a:t>Too many </a:t>
            </a:r>
            <a:r>
              <a:rPr lang="en-GB" sz="2000" b="1" dirty="0"/>
              <a:t>wires and connections</a:t>
            </a:r>
            <a:endParaRPr lang="en-GB" sz="2000" dirty="0"/>
          </a:p>
          <a:p>
            <a:r>
              <a:rPr lang="en-GB" sz="2000" dirty="0"/>
              <a:t>Increased </a:t>
            </a:r>
            <a:r>
              <a:rPr lang="en-GB" sz="2000" b="1" dirty="0"/>
              <a:t>weight, cost, and complexity</a:t>
            </a:r>
            <a:endParaRPr lang="en-GB" sz="2000" dirty="0"/>
          </a:p>
          <a:p>
            <a:r>
              <a:rPr lang="en-GB" sz="2000" dirty="0"/>
              <a:t>Difficult to </a:t>
            </a:r>
            <a:r>
              <a:rPr lang="en-GB" sz="2000" b="1" dirty="0"/>
              <a:t>diagnose and maintain</a:t>
            </a:r>
            <a:endParaRPr lang="en-GB" sz="2000" dirty="0"/>
          </a:p>
          <a:p>
            <a:r>
              <a:rPr lang="en-GB" sz="2000" dirty="0"/>
              <a:t>No proper communication between ECUs</a:t>
            </a:r>
            <a:endParaRPr lang="en-IN" sz="200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268F639-0EAD-C7E8-17FE-B095FC5398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426016"/>
            <a:ext cx="581297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After CAN</a:t>
            </a:r>
          </a:p>
          <a:p>
            <a:r>
              <a:rPr lang="en-GB" sz="2000" dirty="0"/>
              <a:t>Introduced </a:t>
            </a:r>
            <a:r>
              <a:rPr lang="en-GB" sz="2000" b="1" dirty="0"/>
              <a:t>single shared communication bus</a:t>
            </a:r>
            <a:endParaRPr lang="en-GB" sz="2000" dirty="0"/>
          </a:p>
          <a:p>
            <a:r>
              <a:rPr lang="en-GB" sz="2000" dirty="0"/>
              <a:t>Reduced </a:t>
            </a:r>
            <a:r>
              <a:rPr lang="en-GB" sz="2000" b="1" dirty="0"/>
              <a:t>wiring complexity</a:t>
            </a:r>
            <a:endParaRPr lang="en-GB" sz="2000" dirty="0"/>
          </a:p>
          <a:p>
            <a:r>
              <a:rPr lang="en-GB" sz="2000" dirty="0"/>
              <a:t>Improved </a:t>
            </a:r>
            <a:r>
              <a:rPr lang="en-GB" sz="2000" b="1" dirty="0"/>
              <a:t>communication between ECUs</a:t>
            </a:r>
            <a:endParaRPr lang="en-GB" sz="2000" dirty="0"/>
          </a:p>
          <a:p>
            <a:r>
              <a:rPr lang="en-GB" sz="2000" dirty="0"/>
              <a:t>Made vehicles </a:t>
            </a:r>
            <a:r>
              <a:rPr lang="en-GB" sz="2000" b="1" dirty="0"/>
              <a:t>lighter and cost-efficient</a:t>
            </a:r>
            <a:endParaRPr lang="en-GB" sz="2000" dirty="0"/>
          </a:p>
          <a:p>
            <a:r>
              <a:rPr lang="en-GB" sz="2000" dirty="0"/>
              <a:t>Enabled </a:t>
            </a:r>
            <a:r>
              <a:rPr lang="en-GB" sz="2000" b="1" dirty="0"/>
              <a:t>advanced features (ABS, airbags, etc.)</a:t>
            </a:r>
            <a:endParaRPr lang="en-GB" sz="2000" dirty="0"/>
          </a:p>
          <a:p>
            <a:endParaRPr lang="en-IN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5B84884-6200-D6E0-D46C-C6BCDC425A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181" b="6754"/>
          <a:stretch>
            <a:fillRect/>
          </a:stretch>
        </p:blipFill>
        <p:spPr>
          <a:xfrm>
            <a:off x="2952750" y="3579926"/>
            <a:ext cx="6286500" cy="3145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386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5B46176-7648-E592-40C5-5A72275DF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Layers of CAN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83108F-6509-6A5A-047D-1596C456F8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Application Layer</a:t>
            </a:r>
            <a:br>
              <a:rPr lang="en-GB" dirty="0"/>
            </a:br>
            <a:r>
              <a:rPr lang="en-GB" dirty="0"/>
              <a:t>Defines how data is used</a:t>
            </a:r>
          </a:p>
          <a:p>
            <a:r>
              <a:rPr lang="en-GB" b="1" dirty="0"/>
              <a:t>Data Link Layer</a:t>
            </a:r>
            <a:br>
              <a:rPr lang="en-GB" dirty="0"/>
            </a:br>
            <a:r>
              <a:rPr lang="en-GB" dirty="0"/>
              <a:t>Error detection, frame handling</a:t>
            </a:r>
          </a:p>
          <a:p>
            <a:r>
              <a:rPr lang="en-GB" b="1" dirty="0"/>
              <a:t>Physical Layer</a:t>
            </a:r>
            <a:br>
              <a:rPr lang="en-GB" dirty="0"/>
            </a:br>
            <a:r>
              <a:rPr lang="en-GB" dirty="0"/>
              <a:t>Transmission of bits on wire</a:t>
            </a:r>
          </a:p>
          <a:p>
            <a:r>
              <a:rPr lang="en-GB" dirty="0"/>
              <a:t>CAN mainly works on </a:t>
            </a:r>
            <a:r>
              <a:rPr lang="en-GB" b="1" dirty="0"/>
              <a:t>Data Link + Physical layer</a:t>
            </a:r>
            <a:endParaRPr lang="en-GB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50626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62473-FCA9-EA0C-4728-2149C5271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Applications of CAN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3E4EAB-CF86-D056-6956-6F8FD4C00F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Engine control systems</a:t>
            </a:r>
            <a:endParaRPr lang="en-GB" dirty="0"/>
          </a:p>
          <a:p>
            <a:r>
              <a:rPr lang="en-GB" b="1" dirty="0"/>
              <a:t>Braking systems (ABS, ESP)</a:t>
            </a:r>
            <a:endParaRPr lang="en-GB" dirty="0"/>
          </a:p>
          <a:p>
            <a:r>
              <a:rPr lang="en-GB" b="1" dirty="0"/>
              <a:t>Airbags and safety systems</a:t>
            </a:r>
            <a:endParaRPr lang="en-GB" dirty="0"/>
          </a:p>
          <a:p>
            <a:r>
              <a:rPr lang="en-GB" b="1" dirty="0"/>
              <a:t>Body control (windows, locks)</a:t>
            </a:r>
            <a:endParaRPr lang="en-GB" dirty="0"/>
          </a:p>
          <a:p>
            <a:r>
              <a:rPr lang="en-GB" b="1" dirty="0"/>
              <a:t>Transmission systems</a:t>
            </a:r>
            <a:endParaRPr lang="en-GB" dirty="0"/>
          </a:p>
          <a:p>
            <a:r>
              <a:rPr lang="en-GB" dirty="0"/>
              <a:t>Also used in:</a:t>
            </a:r>
          </a:p>
          <a:p>
            <a:pPr lvl="1"/>
            <a:r>
              <a:rPr lang="en-GB" dirty="0"/>
              <a:t>Industrial automation</a:t>
            </a:r>
          </a:p>
          <a:p>
            <a:pPr lvl="1"/>
            <a:r>
              <a:rPr lang="en-GB" dirty="0"/>
              <a:t>Medical devices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1028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anchor="ctr">
            <a:normAutofit/>
          </a:bodyPr>
          <a:lstStyle/>
          <a:p>
            <a:r>
              <a:rPr lang="en-IN" sz="2800"/>
              <a:t>CAN Bus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094" y="2718054"/>
            <a:ext cx="3885220" cy="320725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sz="1700" dirty="0"/>
              <a:t>CAN Bus is a network that connects all ECUs in a vehicle</a:t>
            </a:r>
          </a:p>
          <a:p>
            <a:r>
              <a:rPr lang="en-GB" sz="1700" dirty="0"/>
              <a:t>It uses 2 wires: CAN High and CAN Low</a:t>
            </a:r>
          </a:p>
          <a:p>
            <a:r>
              <a:rPr lang="en-GB" sz="1700" dirty="0"/>
              <a:t>It allows ECUs to share data with each other</a:t>
            </a:r>
          </a:p>
          <a:p>
            <a:r>
              <a:rPr lang="en-GB" sz="1700" dirty="0"/>
              <a:t>It provides reliable communication</a:t>
            </a:r>
          </a:p>
          <a:p>
            <a:pPr marL="0" indent="0">
              <a:buNone/>
            </a:pPr>
            <a:endParaRPr lang="en-GB" sz="1700" b="1" dirty="0"/>
          </a:p>
          <a:p>
            <a:endParaRPr lang="en-GB" sz="1700" dirty="0"/>
          </a:p>
        </p:txBody>
      </p:sp>
      <p:pic>
        <p:nvPicPr>
          <p:cNvPr id="4" name="Picture 3" descr="A diagram of a speed voltage level&#10;&#10;AI-generated content may be incorrect.">
            <a:extLst>
              <a:ext uri="{FF2B5EF4-FFF2-40B4-BE49-F238E27FC236}">
                <a16:creationId xmlns:a16="http://schemas.microsoft.com/office/drawing/2014/main" id="{2FBED224-9477-2CA8-86B6-AC755AD203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1818010"/>
            <a:ext cx="6922008" cy="33225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IN" sz="4000"/>
              <a:t>CAN Message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000"/>
              <a:t>CAN message is the data sent on the CAN network</a:t>
            </a:r>
          </a:p>
          <a:p>
            <a:r>
              <a:rPr lang="en-US" sz="2000"/>
              <a:t>It contains ID and actual data</a:t>
            </a:r>
          </a:p>
          <a:p>
            <a:r>
              <a:rPr lang="en-US" sz="2000"/>
              <a:t>All ECUs can read the message</a:t>
            </a:r>
          </a:p>
          <a:p>
            <a:r>
              <a:rPr lang="en-US" sz="2000"/>
              <a:t>Important messages are given higher priority</a:t>
            </a:r>
          </a:p>
          <a:p>
            <a:pPr marL="0" indent="0">
              <a:buNone/>
            </a:pPr>
            <a:r>
              <a:rPr lang="en-GB" sz="2000" b="1"/>
              <a:t>Types of CAN Messages :</a:t>
            </a:r>
          </a:p>
          <a:p>
            <a:r>
              <a:rPr lang="en-US" sz="2000"/>
              <a:t>Data Frame – used to send actual data</a:t>
            </a:r>
          </a:p>
          <a:p>
            <a:r>
              <a:rPr lang="en-US" sz="2000"/>
              <a:t>Remote Frame – used to request data</a:t>
            </a:r>
          </a:p>
          <a:p>
            <a:r>
              <a:rPr lang="en-US" sz="2000"/>
              <a:t>Error Frame – shows communication error</a:t>
            </a:r>
            <a:endParaRPr lang="en-GB" sz="2000"/>
          </a:p>
          <a:p>
            <a:r>
              <a:rPr lang="en-US" sz="2000"/>
              <a:t>Overload Frame – adds delay if needed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6" name="Freeform: Shape 25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anchor="ctr">
            <a:normAutofit/>
          </a:bodyPr>
          <a:lstStyle/>
          <a:p>
            <a:r>
              <a:rPr lang="en-IN" sz="2800" dirty="0"/>
              <a:t>CAN Data Frame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52316" y="476820"/>
            <a:ext cx="7964971" cy="320725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sz="1600" dirty="0"/>
              <a:t>Data frame is the most common CAN message used to send real data between ECUs</a:t>
            </a:r>
          </a:p>
          <a:p>
            <a:r>
              <a:rPr lang="en-GB" sz="1600" dirty="0"/>
              <a:t>It has these main parts:</a:t>
            </a:r>
          </a:p>
          <a:p>
            <a:pPr marL="0" indent="0">
              <a:buNone/>
            </a:pPr>
            <a:r>
              <a:rPr lang="en-GB" sz="1600" dirty="0"/>
              <a:t> Arbitration Field – decides priority of message</a:t>
            </a:r>
          </a:p>
          <a:p>
            <a:pPr marL="0" indent="0">
              <a:buNone/>
            </a:pPr>
            <a:r>
              <a:rPr lang="en-GB" sz="1600" dirty="0"/>
              <a:t> Data Field – contains actual data (0 to 8 bytes)</a:t>
            </a:r>
          </a:p>
          <a:p>
            <a:pPr marL="0" indent="0">
              <a:buNone/>
            </a:pPr>
            <a:r>
              <a:rPr lang="en-GB" sz="1600" dirty="0"/>
              <a:t> CRC Field – checks for errors</a:t>
            </a:r>
          </a:p>
          <a:p>
            <a:pPr marL="0" indent="0">
              <a:buNone/>
            </a:pPr>
            <a:r>
              <a:rPr lang="en-GB" sz="1600" dirty="0"/>
              <a:t> Acknowledgement – receiver confirms message received</a:t>
            </a:r>
          </a:p>
          <a:p>
            <a:r>
              <a:rPr lang="en-GB" sz="1600" dirty="0"/>
              <a:t>If no acknowledgement is received, message is sent again</a:t>
            </a:r>
          </a:p>
        </p:txBody>
      </p:sp>
      <p:pic>
        <p:nvPicPr>
          <p:cNvPr id="4" name="Picture 3" descr="A diagram of data frame&#10;&#10;AI-generated content may be incorrect.">
            <a:extLst>
              <a:ext uri="{FF2B5EF4-FFF2-40B4-BE49-F238E27FC236}">
                <a16:creationId xmlns:a16="http://schemas.microsoft.com/office/drawing/2014/main" id="{31F5C13E-5DAC-565F-CACD-2177D56D7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238" y="3783271"/>
            <a:ext cx="10402098" cy="21343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768DD-6861-A419-3693-DD4FD5590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Remote 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A755B-C3F8-DE84-C60D-6F4D56C9C1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Remote Frame is used to </a:t>
            </a:r>
            <a:r>
              <a:rPr lang="en-GB" b="1" dirty="0"/>
              <a:t>request data from another ECU</a:t>
            </a:r>
            <a:endParaRPr lang="en-GB" dirty="0"/>
          </a:p>
          <a:p>
            <a:r>
              <a:rPr lang="en-GB" dirty="0"/>
              <a:t>It contains an </a:t>
            </a:r>
            <a:r>
              <a:rPr lang="en-GB" b="1" dirty="0"/>
              <a:t>Identifier (ID)</a:t>
            </a:r>
            <a:r>
              <a:rPr lang="en-GB" dirty="0"/>
              <a:t> which tells which data is needed</a:t>
            </a:r>
          </a:p>
          <a:p>
            <a:r>
              <a:rPr lang="en-GB" dirty="0"/>
              <a:t>It does </a:t>
            </a:r>
            <a:r>
              <a:rPr lang="en-GB" b="1" dirty="0"/>
              <a:t>not carry actual data</a:t>
            </a:r>
            <a:r>
              <a:rPr lang="en-GB" dirty="0"/>
              <a:t>, only a request</a:t>
            </a:r>
          </a:p>
          <a:p>
            <a:r>
              <a:rPr lang="en-GB" dirty="0"/>
              <a:t>The ECU with that data will </a:t>
            </a:r>
            <a:r>
              <a:rPr lang="en-GB" b="1" dirty="0"/>
              <a:t>respond with a Data Frame</a:t>
            </a:r>
            <a:endParaRPr lang="en-GB" dirty="0"/>
          </a:p>
          <a:p>
            <a:r>
              <a:rPr lang="en-GB" dirty="0"/>
              <a:t>Example:</a:t>
            </a:r>
            <a:br>
              <a:rPr lang="en-GB" dirty="0"/>
            </a:br>
            <a:r>
              <a:rPr lang="en-GB" dirty="0"/>
              <a:t>A dashboard ECU requests </a:t>
            </a:r>
            <a:r>
              <a:rPr lang="en-GB" b="1" dirty="0"/>
              <a:t>vehicle speed</a:t>
            </a:r>
            <a:r>
              <a:rPr lang="en-GB" dirty="0"/>
              <a:t> from Engine ECU</a:t>
            </a:r>
            <a:endParaRPr lang="en-IN" dirty="0"/>
          </a:p>
        </p:txBody>
      </p:sp>
      <p:sp>
        <p:nvSpPr>
          <p:cNvPr id="4" name="AutoShape 2" descr="PPT - ISO 11898-2 Topology PowerPoint Presentation, free download - ID ...">
            <a:extLst>
              <a:ext uri="{FF2B5EF4-FFF2-40B4-BE49-F238E27FC236}">
                <a16:creationId xmlns:a16="http://schemas.microsoft.com/office/drawing/2014/main" id="{F4AC1662-6EFD-5631-76A1-01DB0D031EF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5904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6E2784-8EEA-0DCD-9F63-B87A98A41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Error 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E29F7-A889-C1A5-A6EC-4CABA4661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An Error Frame is sent when a </a:t>
            </a:r>
            <a:r>
              <a:rPr lang="en-GB" b="1" dirty="0"/>
              <a:t>problem occurs during communication</a:t>
            </a:r>
            <a:endParaRPr lang="en-GB" dirty="0"/>
          </a:p>
          <a:p>
            <a:r>
              <a:rPr lang="en-GB" dirty="0"/>
              <a:t>Error may happen due to </a:t>
            </a:r>
            <a:r>
              <a:rPr lang="en-GB" b="1" dirty="0"/>
              <a:t>noise, wrong data, or signal disturbance</a:t>
            </a:r>
            <a:endParaRPr lang="en-GB" dirty="0"/>
          </a:p>
          <a:p>
            <a:r>
              <a:rPr lang="en-GB" dirty="0"/>
              <a:t>When an error is detected:</a:t>
            </a:r>
          </a:p>
          <a:p>
            <a:pPr lvl="1"/>
            <a:r>
              <a:rPr lang="en-GB" dirty="0"/>
              <a:t>The current message is </a:t>
            </a:r>
            <a:r>
              <a:rPr lang="en-GB" b="1" dirty="0"/>
              <a:t>stopped immediately</a:t>
            </a:r>
            <a:endParaRPr lang="en-GB" dirty="0"/>
          </a:p>
          <a:p>
            <a:pPr lvl="1"/>
            <a:r>
              <a:rPr lang="en-GB" dirty="0"/>
              <a:t>All ECUs are </a:t>
            </a:r>
            <a:r>
              <a:rPr lang="en-GB" b="1" dirty="0"/>
              <a:t>informed about the error</a:t>
            </a:r>
            <a:endParaRPr lang="en-GB" dirty="0"/>
          </a:p>
          <a:p>
            <a:pPr lvl="1"/>
            <a:r>
              <a:rPr lang="en-GB" dirty="0"/>
              <a:t>The message is </a:t>
            </a:r>
            <a:r>
              <a:rPr lang="en-GB" b="1" dirty="0"/>
              <a:t>retransmitted again</a:t>
            </a:r>
            <a:endParaRPr lang="en-GB" dirty="0"/>
          </a:p>
          <a:p>
            <a:r>
              <a:rPr lang="en-GB" dirty="0"/>
              <a:t>It helps to </a:t>
            </a:r>
            <a:r>
              <a:rPr lang="en-GB" b="1" dirty="0"/>
              <a:t>maintain reliable and correct communication</a:t>
            </a:r>
            <a:endParaRPr lang="en-GB" dirty="0"/>
          </a:p>
          <a:p>
            <a:r>
              <a:rPr lang="en-GB" dirty="0"/>
              <a:t>Example:</a:t>
            </a:r>
            <a:br>
              <a:rPr lang="en-GB" dirty="0"/>
            </a:br>
            <a:r>
              <a:rPr lang="en-GB" dirty="0"/>
              <a:t>If a message gets corrupted, an error frame is sent and message is resent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649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0CEDA-C6F1-0BFD-0BBF-83185ED6F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Overload 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CCEA6-8256-72F3-F58E-124722EA09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An Overload Frame is used when an ECU </a:t>
            </a:r>
            <a:r>
              <a:rPr lang="en-GB" b="1" dirty="0"/>
              <a:t>needs more time to process data</a:t>
            </a:r>
            <a:endParaRPr lang="en-GB" dirty="0"/>
          </a:p>
          <a:p>
            <a:r>
              <a:rPr lang="en-GB" dirty="0"/>
              <a:t>It temporarily </a:t>
            </a:r>
            <a:r>
              <a:rPr lang="en-GB" b="1" dirty="0"/>
              <a:t>delays the next message transmission</a:t>
            </a:r>
            <a:endParaRPr lang="en-GB" dirty="0"/>
          </a:p>
          <a:p>
            <a:r>
              <a:rPr lang="en-GB" dirty="0"/>
              <a:t>Helps prevent </a:t>
            </a:r>
            <a:r>
              <a:rPr lang="en-GB" b="1" dirty="0"/>
              <a:t>buffer overflow and data loss</a:t>
            </a:r>
            <a:endParaRPr lang="en-GB" dirty="0"/>
          </a:p>
          <a:p>
            <a:r>
              <a:rPr lang="en-GB" dirty="0"/>
              <a:t>Ensures ECU can </a:t>
            </a:r>
            <a:r>
              <a:rPr lang="en-GB" b="1" dirty="0"/>
              <a:t>handle all incoming data properly</a:t>
            </a:r>
            <a:endParaRPr lang="en-GB" dirty="0"/>
          </a:p>
          <a:p>
            <a:r>
              <a:rPr lang="en-GB" dirty="0"/>
              <a:t>Example:</a:t>
            </a:r>
            <a:br>
              <a:rPr lang="en-GB" dirty="0"/>
            </a:br>
            <a:r>
              <a:rPr lang="en-GB" dirty="0"/>
              <a:t>ECU is busy processing → asks network to </a:t>
            </a:r>
            <a:r>
              <a:rPr lang="en-GB" b="1" dirty="0"/>
              <a:t>wait before sending next message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6179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5411A-58D8-0243-CDDF-4CC16800E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4000" dirty="0"/>
              <a:t>Error Handling in CAN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E5871-AF97-F26C-304D-04713539F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CAN has strong </a:t>
            </a:r>
            <a:r>
              <a:rPr lang="en-IN" b="1" dirty="0"/>
              <a:t>error detection mechanisms</a:t>
            </a:r>
            <a:r>
              <a:rPr lang="en-IN" dirty="0"/>
              <a:t>:</a:t>
            </a:r>
          </a:p>
          <a:p>
            <a:pPr lvl="1"/>
            <a:r>
              <a:rPr lang="en-IN" b="1" dirty="0"/>
              <a:t>CRC check</a:t>
            </a:r>
            <a:r>
              <a:rPr lang="en-IN" dirty="0"/>
              <a:t> → Detects data corruption</a:t>
            </a:r>
          </a:p>
          <a:p>
            <a:pPr lvl="1"/>
            <a:r>
              <a:rPr lang="en-IN" b="1" dirty="0"/>
              <a:t>Bit monitoring</a:t>
            </a:r>
            <a:r>
              <a:rPr lang="en-IN" dirty="0"/>
              <a:t> → Checks transmitted bits</a:t>
            </a:r>
          </a:p>
          <a:p>
            <a:pPr lvl="1"/>
            <a:r>
              <a:rPr lang="en-IN" b="1" dirty="0"/>
              <a:t>Frame check</a:t>
            </a:r>
            <a:r>
              <a:rPr lang="en-IN" dirty="0"/>
              <a:t> → Ensures correct structure</a:t>
            </a:r>
          </a:p>
          <a:p>
            <a:pPr lvl="1"/>
            <a:r>
              <a:rPr lang="en-IN" b="1" dirty="0"/>
              <a:t>Acknowledgement check</a:t>
            </a:r>
            <a:r>
              <a:rPr lang="en-IN" dirty="0"/>
              <a:t> → Confirms reception</a:t>
            </a:r>
          </a:p>
          <a:p>
            <a:r>
              <a:rPr lang="en-IN" dirty="0"/>
              <a:t>If error occurs:</a:t>
            </a:r>
          </a:p>
          <a:p>
            <a:pPr lvl="1"/>
            <a:r>
              <a:rPr lang="en-IN" dirty="0"/>
              <a:t>Error frame is sent</a:t>
            </a:r>
          </a:p>
          <a:p>
            <a:pPr lvl="1"/>
            <a:r>
              <a:rPr lang="en-IN" dirty="0"/>
              <a:t>Message is </a:t>
            </a:r>
            <a:r>
              <a:rPr lang="en-IN" b="1" dirty="0"/>
              <a:t>retransmitted automatically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90862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E5DBE1-7887-A4D7-9C72-24DB6870C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GB" sz="4000"/>
              <a:t>Arbitration Process</a:t>
            </a:r>
            <a:endParaRPr lang="en-US" sz="4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C2A09-5346-CA3E-95FE-6491928EA1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 vert="horz" lIns="91440" tIns="45720" rIns="91440" bIns="45720" rtlCol="0">
            <a:normAutofit/>
          </a:bodyPr>
          <a:lstStyle/>
          <a:p>
            <a:endParaRPr lang="en-GB" sz="2200" b="1"/>
          </a:p>
          <a:p>
            <a:r>
              <a:rPr lang="en-GB" sz="2200"/>
              <a:t>Multiple ECUs can send messages at the same time</a:t>
            </a:r>
          </a:p>
          <a:p>
            <a:r>
              <a:rPr lang="en-GB" sz="2200"/>
              <a:t>Each message has an Identifier (ID)</a:t>
            </a:r>
          </a:p>
          <a:p>
            <a:r>
              <a:rPr lang="en-GB" sz="2200"/>
              <a:t>Lower ID = Higher priority</a:t>
            </a:r>
          </a:p>
          <a:p>
            <a:r>
              <a:rPr lang="en-GB" sz="2200"/>
              <a:t>The message with highest priority continues</a:t>
            </a:r>
          </a:p>
          <a:p>
            <a:r>
              <a:rPr lang="en-GB" sz="2200"/>
              <a:t>Other ECUs stop and try again later</a:t>
            </a:r>
          </a:p>
          <a:p>
            <a:r>
              <a:rPr lang="en-GB" sz="2200"/>
              <a:t>This avoids collision and ensures smooth communication</a:t>
            </a:r>
          </a:p>
          <a:p>
            <a:endParaRPr lang="en-GB" sz="22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BEA9A4-210F-5082-4A9D-764E92E3E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tx1">
                    <a:lumMod val="50000"/>
                    <a:lumOff val="50000"/>
                  </a:schemeClr>
                </a:solidFill>
              </a:rPr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3C3D1-1329-C76C-0378-1D834F621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E30AF5A0-43BB-4336-8627-9123B9144D80}" type="slidenum"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14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99630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anchor="ctr">
            <a:normAutofit/>
          </a:bodyPr>
          <a:lstStyle/>
          <a:p>
            <a:r>
              <a:rPr lang="en-IN" sz="2800"/>
              <a:t>CAN FD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2623" y="2854072"/>
            <a:ext cx="4161282" cy="320725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sz="1700" dirty="0"/>
              <a:t>CAN FD is the advanced version of CAN</a:t>
            </a:r>
          </a:p>
          <a:p>
            <a:r>
              <a:rPr lang="en-GB" sz="1700" dirty="0"/>
              <a:t>It is faster than CAN</a:t>
            </a:r>
          </a:p>
          <a:p>
            <a:r>
              <a:rPr lang="en-GB" sz="1700" dirty="0"/>
              <a:t>It can send more data in one message</a:t>
            </a:r>
          </a:p>
          <a:p>
            <a:r>
              <a:rPr lang="en-GB" sz="1700" dirty="0"/>
              <a:t>It is used in modern vehicles</a:t>
            </a:r>
          </a:p>
          <a:p>
            <a:pPr marL="0" indent="0">
              <a:buNone/>
            </a:pPr>
            <a:endParaRPr lang="en-GB" sz="1700" b="1" dirty="0">
              <a:latin typeface="Segoe UI"/>
              <a:cs typeface="Segoe UI"/>
            </a:endParaRPr>
          </a:p>
        </p:txBody>
      </p:sp>
      <p:pic>
        <p:nvPicPr>
          <p:cNvPr id="4" name="Picture 3" descr="CAN FD Protocol Tutorial - Kvaser - Advanced CAN Solutions">
            <a:extLst>
              <a:ext uri="{FF2B5EF4-FFF2-40B4-BE49-F238E27FC236}">
                <a16:creationId xmlns:a16="http://schemas.microsoft.com/office/drawing/2014/main" id="{91506521-6B84-DB6F-EC0E-37563C3C45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147" r="-191" b="-398"/>
          <a:stretch>
            <a:fillRect/>
          </a:stretch>
        </p:blipFill>
        <p:spPr>
          <a:xfrm>
            <a:off x="4901184" y="1814055"/>
            <a:ext cx="6922008" cy="333047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IN" sz="4000"/>
              <a:t>LIN Protocol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GB" sz="2200"/>
              <a:t>LIN is a simple and low-cost communication protocol</a:t>
            </a:r>
          </a:p>
          <a:p>
            <a:r>
              <a:rPr lang="en-GB" sz="2200"/>
              <a:t>It uses 1 master and multiple slave nodes</a:t>
            </a:r>
          </a:p>
          <a:p>
            <a:r>
              <a:rPr lang="en-GB" sz="2200"/>
              <a:t>Works on single wire + ground</a:t>
            </a:r>
          </a:p>
          <a:p>
            <a:r>
              <a:rPr lang="en-GB" sz="2200"/>
              <a:t>Speed: 1 kbps to 20 kbps (slow)</a:t>
            </a:r>
          </a:p>
          <a:p>
            <a:r>
              <a:rPr lang="en-GB" sz="2200"/>
              <a:t>Used in windows, mirrors, seats</a:t>
            </a:r>
          </a:p>
          <a:p>
            <a:r>
              <a:rPr lang="en-GB" sz="2200"/>
              <a:t>Supports simple data communication</a:t>
            </a:r>
          </a:p>
          <a:p>
            <a:r>
              <a:rPr lang="en-GB" sz="2200"/>
              <a:t>Maximum wire length is about 40 meters</a:t>
            </a:r>
          </a:p>
          <a:p>
            <a:r>
              <a:rPr lang="en-GB" sz="2200"/>
              <a:t>Less reliable than CAN, but easy to use and low cost</a:t>
            </a:r>
            <a:endParaRPr lang="en-GB" sz="220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BB1C-57F0-85CC-F168-38AAA6661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How LIN bus works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E78D3-2659-6E96-D857-67A9561C38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LIN uses a </a:t>
            </a:r>
            <a:r>
              <a:rPr lang="en-GB" b="1" dirty="0"/>
              <a:t>Master–Slave communication system</a:t>
            </a:r>
            <a:endParaRPr lang="en-GB" dirty="0"/>
          </a:p>
          <a:p>
            <a:r>
              <a:rPr lang="en-GB" b="1" dirty="0"/>
              <a:t>Master Node</a:t>
            </a:r>
            <a:endParaRPr lang="en-GB" dirty="0"/>
          </a:p>
          <a:p>
            <a:pPr lvl="1"/>
            <a:r>
              <a:rPr lang="en-GB" dirty="0"/>
              <a:t>Controls the </a:t>
            </a:r>
            <a:r>
              <a:rPr lang="en-GB" b="1" dirty="0"/>
              <a:t>entire communication</a:t>
            </a:r>
            <a:endParaRPr lang="en-GB" dirty="0"/>
          </a:p>
          <a:p>
            <a:pPr lvl="1"/>
            <a:r>
              <a:rPr lang="en-GB" dirty="0"/>
              <a:t>Sends </a:t>
            </a:r>
            <a:r>
              <a:rPr lang="en-GB" b="1" dirty="0"/>
              <a:t>requests (header)</a:t>
            </a:r>
            <a:r>
              <a:rPr lang="en-GB" dirty="0"/>
              <a:t> to slave nodes</a:t>
            </a:r>
          </a:p>
          <a:p>
            <a:r>
              <a:rPr lang="en-GB" b="1" dirty="0"/>
              <a:t>Slave Nodes</a:t>
            </a:r>
            <a:endParaRPr lang="en-GB" dirty="0"/>
          </a:p>
          <a:p>
            <a:pPr lvl="1"/>
            <a:r>
              <a:rPr lang="en-GB" dirty="0"/>
              <a:t>Wait for master request</a:t>
            </a:r>
          </a:p>
          <a:p>
            <a:pPr lvl="1"/>
            <a:r>
              <a:rPr lang="en-GB" dirty="0"/>
              <a:t>Send </a:t>
            </a:r>
            <a:r>
              <a:rPr lang="en-GB" b="1" dirty="0"/>
              <a:t>response (data)</a:t>
            </a:r>
            <a:r>
              <a:rPr lang="en-GB" dirty="0"/>
              <a:t> when requested</a:t>
            </a:r>
            <a:br>
              <a:rPr lang="en-GB" dirty="0"/>
            </a:br>
            <a:endParaRPr lang="en-GB" dirty="0"/>
          </a:p>
          <a:p>
            <a:r>
              <a:rPr lang="en-GB" b="1" dirty="0"/>
              <a:t>Working Flow</a:t>
            </a:r>
          </a:p>
          <a:p>
            <a:r>
              <a:rPr lang="en-GB" dirty="0"/>
              <a:t>Master sends </a:t>
            </a:r>
            <a:r>
              <a:rPr lang="en-GB" b="1" dirty="0"/>
              <a:t>header (request message)</a:t>
            </a:r>
            <a:endParaRPr lang="en-GB" dirty="0"/>
          </a:p>
          <a:p>
            <a:r>
              <a:rPr lang="en-GB" dirty="0"/>
              <a:t>Selected slave sends </a:t>
            </a:r>
            <a:r>
              <a:rPr lang="en-GB" b="1" dirty="0"/>
              <a:t>response (data)</a:t>
            </a:r>
            <a:endParaRPr lang="en-GB" dirty="0"/>
          </a:p>
          <a:p>
            <a:r>
              <a:rPr lang="en-GB" dirty="0"/>
              <a:t>Communication happens </a:t>
            </a:r>
            <a:r>
              <a:rPr lang="en-GB" b="1" dirty="0"/>
              <a:t>one-by-one (no collision)</a:t>
            </a:r>
            <a:endParaRPr lang="en-GB" dirty="0"/>
          </a:p>
          <a:p>
            <a:r>
              <a:rPr lang="en-GB" dirty="0"/>
              <a:t>Only </a:t>
            </a:r>
            <a:r>
              <a:rPr lang="en-GB" b="1" dirty="0"/>
              <a:t>master controls timing</a:t>
            </a:r>
            <a:endParaRPr lang="en-GB" dirty="0"/>
          </a:p>
          <a:p>
            <a:r>
              <a:rPr lang="en-GB" dirty="0"/>
              <a:t>Simple and </a:t>
            </a:r>
            <a:r>
              <a:rPr lang="en-GB" b="1" dirty="0"/>
              <a:t>low-speed communication (~20 kbps)</a:t>
            </a:r>
            <a:endParaRPr lang="en-GB" dirty="0"/>
          </a:p>
          <a:p>
            <a:r>
              <a:rPr lang="en-GB" dirty="0"/>
              <a:t>Used for </a:t>
            </a:r>
            <a:r>
              <a:rPr lang="en-GB" b="1" dirty="0"/>
              <a:t>basic functions (window, door, seat)</a:t>
            </a:r>
            <a:endParaRPr lang="en-GB" dirty="0"/>
          </a:p>
          <a:p>
            <a:endParaRPr lang="en-IN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EEC07DB-0F96-7EC9-5A3F-0C9DA147A2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9028" y="3289235"/>
            <a:ext cx="5474777" cy="3127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06968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7" name="Slide Background">
            <a:extLst>
              <a:ext uri="{FF2B5EF4-FFF2-40B4-BE49-F238E27FC236}">
                <a16:creationId xmlns:a16="http://schemas.microsoft.com/office/drawing/2014/main" id="{AF6CB648-9554-488A-B457-99CAAD1DA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5129" name="Rectangle 5128">
            <a:extLst>
              <a:ext uri="{FF2B5EF4-FFF2-40B4-BE49-F238E27FC236}">
                <a16:creationId xmlns:a16="http://schemas.microsoft.com/office/drawing/2014/main" id="{E3ADCBE7-9330-1CDA-00EB-CDD12DB722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4290"/>
            <a:ext cx="12192000" cy="1733407"/>
          </a:xfrm>
          <a:prstGeom prst="rect">
            <a:avLst/>
          </a:prstGeom>
          <a:ln>
            <a:noFill/>
          </a:ln>
          <a:effectLst>
            <a:outerShdw blurRad="254000" dist="38100" dir="5460000" sx="94000" sy="94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B3EBF5-3BDC-86DB-9E92-441CD3A0B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2" y="240241"/>
            <a:ext cx="10760054" cy="1228299"/>
          </a:xfrm>
        </p:spPr>
        <p:txBody>
          <a:bodyPr>
            <a:normAutofit/>
          </a:bodyPr>
          <a:lstStyle/>
          <a:p>
            <a:r>
              <a:rPr lang="en-GB" sz="4000" b="1"/>
              <a:t>Interaction between LIN and CAN</a:t>
            </a:r>
            <a:r>
              <a:rPr lang="en-GB" sz="4000"/>
              <a:t>​</a:t>
            </a:r>
            <a:endParaRPr lang="en-IN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CAC01-5134-44BA-6A61-EF5A74828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8343" y="1729117"/>
            <a:ext cx="6542314" cy="4443083"/>
          </a:xfrm>
        </p:spPr>
        <p:txBody>
          <a:bodyPr anchor="ctr">
            <a:normAutofit/>
          </a:bodyPr>
          <a:lstStyle/>
          <a:p>
            <a:r>
              <a:rPr lang="en-GB" sz="1600" dirty="0"/>
              <a:t>LIN nodes are organized into </a:t>
            </a:r>
            <a:r>
              <a:rPr lang="en-GB" sz="1600" b="1" dirty="0"/>
              <a:t>clusters</a:t>
            </a:r>
            <a:r>
              <a:rPr lang="en-GB" sz="1600" dirty="0"/>
              <a:t>, and each cluster has a </a:t>
            </a:r>
            <a:r>
              <a:rPr lang="en-GB" sz="1600" b="1" dirty="0"/>
              <a:t>master node</a:t>
            </a:r>
            <a:r>
              <a:rPr lang="en-GB" sz="1600" dirty="0"/>
              <a:t> that connects to the </a:t>
            </a:r>
            <a:r>
              <a:rPr lang="en-GB" sz="1600" b="1" dirty="0"/>
              <a:t>main CAN network (backbone bus)</a:t>
            </a:r>
            <a:endParaRPr lang="en-GB" sz="1600" dirty="0"/>
          </a:p>
          <a:p>
            <a:r>
              <a:rPr lang="en-GB" sz="1600" dirty="0"/>
              <a:t>For example, a passenger sitting on one side of the car wants to </a:t>
            </a:r>
            <a:r>
              <a:rPr lang="en-GB" sz="1600" b="1" dirty="0"/>
              <a:t>control a window on the other side</a:t>
            </a:r>
            <a:endParaRPr lang="en-GB" sz="1600" dirty="0"/>
          </a:p>
          <a:p>
            <a:r>
              <a:rPr lang="en-GB" sz="1600" dirty="0"/>
              <a:t>When the button is pressed, a </a:t>
            </a:r>
            <a:r>
              <a:rPr lang="en-GB" sz="1600" b="1" dirty="0"/>
              <a:t>message is sent through the local LIN cluster</a:t>
            </a:r>
            <a:endParaRPr lang="en-GB" sz="1600" dirty="0"/>
          </a:p>
          <a:p>
            <a:r>
              <a:rPr lang="en-GB" sz="1600" dirty="0"/>
              <a:t>This message is passed to the </a:t>
            </a:r>
            <a:r>
              <a:rPr lang="en-GB" sz="1600" b="1" dirty="0"/>
              <a:t>CAN network via the LIN master</a:t>
            </a:r>
            <a:endParaRPr lang="en-GB" sz="1600" dirty="0"/>
          </a:p>
          <a:p>
            <a:r>
              <a:rPr lang="en-GB" sz="1600" dirty="0"/>
              <a:t>The CAN network then forwards the message to </a:t>
            </a:r>
            <a:r>
              <a:rPr lang="en-GB" sz="1600" b="1" dirty="0"/>
              <a:t>another LIN cluster</a:t>
            </a:r>
            <a:endParaRPr lang="en-GB" sz="1600" dirty="0"/>
          </a:p>
          <a:p>
            <a:r>
              <a:rPr lang="en-GB" sz="1600" dirty="0"/>
              <a:t>The master in that cluster sends the command to the </a:t>
            </a:r>
            <a:r>
              <a:rPr lang="en-GB" sz="1600" b="1" dirty="0"/>
              <a:t>appropriate slave node</a:t>
            </a:r>
            <a:endParaRPr lang="en-GB" sz="1600" dirty="0"/>
          </a:p>
          <a:p>
            <a:r>
              <a:rPr lang="en-GB" sz="1600" dirty="0"/>
              <a:t>As a result, the </a:t>
            </a:r>
            <a:r>
              <a:rPr lang="en-GB" sz="1600" b="1" dirty="0"/>
              <a:t>window operation is performed</a:t>
            </a:r>
            <a:endParaRPr lang="en-GB" sz="16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E10D8A45-8D70-56A1-B6E8-DB81BFCB6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800850" y="2996825"/>
            <a:ext cx="5178206" cy="2783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3403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6D608-EB3C-B57C-D3E0-9581BC740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LIN Frame Format</a:t>
            </a:r>
            <a:endParaRPr lang="en-IN" dirty="0"/>
          </a:p>
        </p:txBody>
      </p:sp>
      <p:pic>
        <p:nvPicPr>
          <p:cNvPr id="6146" name="Picture 2" descr="LIN protocol Tutorial: The Ultimate Guide">
            <a:extLst>
              <a:ext uri="{FF2B5EF4-FFF2-40B4-BE49-F238E27FC236}">
                <a16:creationId xmlns:a16="http://schemas.microsoft.com/office/drawing/2014/main" id="{3B50F894-3914-7D1A-3787-F688881A3E8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4000" y="3429000"/>
            <a:ext cx="8015886" cy="32597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C5F7DB-50F7-3D67-9822-060E8748E961}"/>
              </a:ext>
            </a:extLst>
          </p:cNvPr>
          <p:cNvSpPr txBox="1"/>
          <p:nvPr/>
        </p:nvSpPr>
        <p:spPr>
          <a:xfrm>
            <a:off x="838200" y="1690688"/>
            <a:ext cx="1090748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A frame starts with the </a:t>
            </a:r>
            <a:r>
              <a:rPr lang="en-GB" b="1"/>
              <a:t>header</a:t>
            </a:r>
            <a:r>
              <a:rPr lang="en-GB"/>
              <a:t>, which is always sent by the master node.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After the header, there is a small </a:t>
            </a:r>
            <a:r>
              <a:rPr lang="en-GB" b="1"/>
              <a:t>response space</a:t>
            </a:r>
            <a:r>
              <a:rPr lang="en-GB"/>
              <a:t> where the slave prepares to reply.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Then the </a:t>
            </a:r>
            <a:r>
              <a:rPr lang="en-GB" b="1"/>
              <a:t>response</a:t>
            </a:r>
            <a:r>
              <a:rPr lang="en-GB"/>
              <a:t> is sent, which includes the data and checksum.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The </a:t>
            </a:r>
            <a:r>
              <a:rPr lang="en-GB" b="1"/>
              <a:t>data bytes</a:t>
            </a:r>
            <a:r>
              <a:rPr lang="en-GB"/>
              <a:t> contain the actual information, and the checksum is used to detect errors.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After the frame is complete, there is an </a:t>
            </a:r>
            <a:r>
              <a:rPr lang="en-GB" b="1"/>
              <a:t>inter-frame space</a:t>
            </a:r>
            <a:r>
              <a:rPr lang="en-GB"/>
              <a:t> before the next frame starts.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/>
              <a:t>The complete cycle from start to end is called a </a:t>
            </a:r>
            <a:r>
              <a:rPr lang="en-GB" b="1"/>
              <a:t>frame slot</a:t>
            </a:r>
            <a:r>
              <a:rPr lang="en-GB"/>
              <a:t>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670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6C5721-F2E0-2E09-CA82-927F651B5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GB" sz="4000"/>
              <a:t>LIN Frame  Types</a:t>
            </a:r>
            <a:endParaRPr lang="en-US" sz="4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25CD00-6879-8455-33B6-1FB9EFAA29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2164" y="2276856"/>
            <a:ext cx="11030444" cy="3695020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GB" sz="2400" b="1" dirty="0"/>
              <a:t>Unconditional Frame:</a:t>
            </a:r>
            <a:r>
              <a:rPr lang="en-GB" sz="2400" dirty="0"/>
              <a:t> Master requests data from a specific slave, and that slave sends the response.</a:t>
            </a:r>
          </a:p>
          <a:p>
            <a:r>
              <a:rPr lang="en-GB" sz="2400" b="1" dirty="0"/>
              <a:t>Event Triggered Frame:</a:t>
            </a:r>
            <a:r>
              <a:rPr lang="en-GB" sz="2400" dirty="0"/>
              <a:t> Master asks multiple slaves, and only the one with updated data responds.</a:t>
            </a:r>
          </a:p>
          <a:p>
            <a:r>
              <a:rPr lang="en-GB" sz="2400" b="1" dirty="0"/>
              <a:t>Sporadic Frame:</a:t>
            </a:r>
            <a:r>
              <a:rPr lang="en-GB" sz="2400" dirty="0"/>
              <a:t> Master sends data only when it knows information has changed.</a:t>
            </a:r>
          </a:p>
          <a:p>
            <a:r>
              <a:rPr lang="en-GB" sz="2400" b="1" dirty="0"/>
              <a:t>Diagnostic Frame:</a:t>
            </a:r>
            <a:r>
              <a:rPr lang="en-GB" sz="2400" dirty="0"/>
              <a:t> Used to read or check faults and system status between master and slave.</a:t>
            </a:r>
          </a:p>
          <a:p>
            <a:r>
              <a:rPr lang="en-GB" sz="2400" b="1" dirty="0"/>
              <a:t>User Defined Frame:</a:t>
            </a:r>
            <a:r>
              <a:rPr lang="en-GB" sz="2400" dirty="0"/>
              <a:t> Custom frame used for special or user-specific data.</a:t>
            </a:r>
          </a:p>
          <a:p>
            <a:r>
              <a:rPr lang="en-GB" sz="2400" b="1" dirty="0"/>
              <a:t>Reserved Frame:</a:t>
            </a:r>
            <a:r>
              <a:rPr lang="en-GB" sz="2400" dirty="0"/>
              <a:t> Reserved for future use and should not be used in LIN communication.</a:t>
            </a:r>
            <a:endParaRPr lang="en-GB" sz="2200" dirty="0"/>
          </a:p>
          <a:p>
            <a:endParaRPr lang="en-GB" sz="22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544C5E-54DC-63C5-1CD3-E0457C9BAC4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B9CB497-6011-46E1-A599-416C60E8034B}" type="datetime1"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5/28/2026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8BC066-563C-5D07-508F-2FA98729C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tx1">
                    <a:lumMod val="50000"/>
                    <a:lumOff val="50000"/>
                  </a:schemeClr>
                </a:solidFill>
              </a:rPr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D0BFE-D087-1CA3-DE36-04D78CDF6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E30AF5A0-43BB-4336-8627-9123B9144D80}" type="slidenum"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20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440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9A320C9-9735-4D13-8279-C1C6748413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2544CF4-9B52-4A7B-A4B3-88C72729B7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7126"/>
            <a:ext cx="11167447" cy="2018806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75862C5-5C00-4421-BC7B-9B7B86DBC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IN" sz="4000"/>
              <a:t>CAN vs LIN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9440EF-9BE9-4AE9-8C28-00B02296C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DD89E717-4B81-906A-9D0D-CE9295047A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508843"/>
              </p:ext>
            </p:extLst>
          </p:nvPr>
        </p:nvGraphicFramePr>
        <p:xfrm>
          <a:off x="1115568" y="2547195"/>
          <a:ext cx="10168129" cy="3438981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581256">
                  <a:extLst>
                    <a:ext uri="{9D8B030D-6E8A-4147-A177-3AD203B41FA5}">
                      <a16:colId xmlns:a16="http://schemas.microsoft.com/office/drawing/2014/main" val="1615437184"/>
                    </a:ext>
                  </a:extLst>
                </a:gridCol>
                <a:gridCol w="3932251">
                  <a:extLst>
                    <a:ext uri="{9D8B030D-6E8A-4147-A177-3AD203B41FA5}">
                      <a16:colId xmlns:a16="http://schemas.microsoft.com/office/drawing/2014/main" val="3573022019"/>
                    </a:ext>
                  </a:extLst>
                </a:gridCol>
                <a:gridCol w="3654622">
                  <a:extLst>
                    <a:ext uri="{9D8B030D-6E8A-4147-A177-3AD203B41FA5}">
                      <a16:colId xmlns:a16="http://schemas.microsoft.com/office/drawing/2014/main" val="4083140966"/>
                    </a:ext>
                  </a:extLst>
                </a:gridCol>
              </a:tblGrid>
              <a:tr h="38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Feature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CAN (Controller Area Network)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LIN (Local Interconnect Network)</a:t>
                      </a:r>
                    </a:p>
                  </a:txBody>
                  <a:tcPr marL="86843" marR="86843" marT="43421" marB="43421" anchor="ctr"/>
                </a:tc>
                <a:extLst>
                  <a:ext uri="{0D108BD9-81ED-4DB2-BD59-A6C34878D82A}">
                    <a16:rowId xmlns:a16="http://schemas.microsoft.com/office/drawing/2014/main" val="2363086703"/>
                  </a:ext>
                </a:extLst>
              </a:tr>
              <a:tr h="38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Speed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Fast (up to 1 Mbps)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Slow (up to 20 kbps)</a:t>
                      </a:r>
                    </a:p>
                  </a:txBody>
                  <a:tcPr marL="86843" marR="86843" marT="43421" marB="43421" anchor="ctr"/>
                </a:tc>
                <a:extLst>
                  <a:ext uri="{0D108BD9-81ED-4DB2-BD59-A6C34878D82A}">
                    <a16:rowId xmlns:a16="http://schemas.microsoft.com/office/drawing/2014/main" val="3986720358"/>
                  </a:ext>
                </a:extLst>
              </a:tr>
              <a:tr h="38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Cost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Higher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Low cost</a:t>
                      </a:r>
                    </a:p>
                  </a:txBody>
                  <a:tcPr marL="86843" marR="86843" marT="43421" marB="43421" anchor="ctr"/>
                </a:tc>
                <a:extLst>
                  <a:ext uri="{0D108BD9-81ED-4DB2-BD59-A6C34878D82A}">
                    <a16:rowId xmlns:a16="http://schemas.microsoft.com/office/drawing/2014/main" val="2565407340"/>
                  </a:ext>
                </a:extLst>
              </a:tr>
              <a:tr h="38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Complexity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Complex system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Simple system</a:t>
                      </a:r>
                    </a:p>
                  </a:txBody>
                  <a:tcPr marL="86843" marR="86843" marT="43421" marB="43421" anchor="ctr"/>
                </a:tc>
                <a:extLst>
                  <a:ext uri="{0D108BD9-81ED-4DB2-BD59-A6C34878D82A}">
                    <a16:rowId xmlns:a16="http://schemas.microsoft.com/office/drawing/2014/main" val="4161042414"/>
                  </a:ext>
                </a:extLst>
              </a:tr>
              <a:tr h="38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Communication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Multi-master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One master, multiple slaves</a:t>
                      </a:r>
                    </a:p>
                  </a:txBody>
                  <a:tcPr marL="86843" marR="86843" marT="43421" marB="43421" anchor="ctr"/>
                </a:tc>
                <a:extLst>
                  <a:ext uri="{0D108BD9-81ED-4DB2-BD59-A6C34878D82A}">
                    <a16:rowId xmlns:a16="http://schemas.microsoft.com/office/drawing/2014/main" val="3604906766"/>
                  </a:ext>
                </a:extLst>
              </a:tr>
              <a:tr h="38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Wires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Two wires (CAN High, CAN Low)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Single wire + ground</a:t>
                      </a:r>
                    </a:p>
                  </a:txBody>
                  <a:tcPr marL="86843" marR="86843" marT="43421" marB="43421" anchor="ctr"/>
                </a:tc>
                <a:extLst>
                  <a:ext uri="{0D108BD9-81ED-4DB2-BD59-A6C34878D82A}">
                    <a16:rowId xmlns:a16="http://schemas.microsoft.com/office/drawing/2014/main" val="2971344136"/>
                  </a:ext>
                </a:extLst>
              </a:tr>
              <a:tr h="38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Use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Engine, braking systems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Windows, mirrors, seats</a:t>
                      </a:r>
                    </a:p>
                  </a:txBody>
                  <a:tcPr marL="86843" marR="86843" marT="43421" marB="43421" anchor="ctr"/>
                </a:tc>
                <a:extLst>
                  <a:ext uri="{0D108BD9-81ED-4DB2-BD59-A6C34878D82A}">
                    <a16:rowId xmlns:a16="http://schemas.microsoft.com/office/drawing/2014/main" val="358147355"/>
                  </a:ext>
                </a:extLst>
              </a:tr>
              <a:tr h="38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Reliability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High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Lower than CAN</a:t>
                      </a:r>
                    </a:p>
                  </a:txBody>
                  <a:tcPr marL="86843" marR="86843" marT="43421" marB="43421" anchor="ctr"/>
                </a:tc>
                <a:extLst>
                  <a:ext uri="{0D108BD9-81ED-4DB2-BD59-A6C34878D82A}">
                    <a16:rowId xmlns:a16="http://schemas.microsoft.com/office/drawing/2014/main" val="1721017242"/>
                  </a:ext>
                </a:extLst>
              </a:tr>
              <a:tr h="38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Data Handling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Handles critical data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Handles simple data</a:t>
                      </a:r>
                    </a:p>
                  </a:txBody>
                  <a:tcPr marL="86843" marR="86843" marT="43421" marB="43421" anchor="ctr"/>
                </a:tc>
                <a:extLst>
                  <a:ext uri="{0D108BD9-81ED-4DB2-BD59-A6C34878D82A}">
                    <a16:rowId xmlns:a16="http://schemas.microsoft.com/office/drawing/2014/main" val="327838564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9A320C9-9735-4D13-8279-C1C6748413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2544CF4-9B52-4A7B-A4B3-88C72729B7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7126"/>
            <a:ext cx="11167447" cy="2018806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75862C5-5C00-4421-BC7B-9B7B86DBC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IN" sz="4000"/>
              <a:t>Automotive Ethernet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440EF-9BE9-4AE9-8C28-00B02296C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8117E4D1-02F4-3E38-3272-C19C047ABF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09735927"/>
              </p:ext>
            </p:extLst>
          </p:nvPr>
        </p:nvGraphicFramePr>
        <p:xfrm>
          <a:off x="5874368" y="4256314"/>
          <a:ext cx="5718918" cy="24057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A405815-7771-39CD-20D1-D276DBD004AE}"/>
              </a:ext>
            </a:extLst>
          </p:cNvPr>
          <p:cNvSpPr txBox="1"/>
          <p:nvPr/>
        </p:nvSpPr>
        <p:spPr>
          <a:xfrm>
            <a:off x="466344" y="2018806"/>
            <a:ext cx="1140997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A </a:t>
            </a:r>
            <a:r>
              <a:rPr lang="en-IN" b="1" dirty="0"/>
              <a:t>high-speed communication network</a:t>
            </a:r>
            <a:r>
              <a:rPr lang="en-IN" dirty="0"/>
              <a:t> used in modern vehicles. It connects multiple ECUs for </a:t>
            </a:r>
            <a:r>
              <a:rPr lang="en-IN" b="1" dirty="0"/>
              <a:t>fast and reliable data transfer. </a:t>
            </a:r>
            <a:r>
              <a:rPr lang="en-IN" dirty="0"/>
              <a:t>Based on </a:t>
            </a:r>
            <a:r>
              <a:rPr lang="en-IN" b="1" dirty="0"/>
              <a:t>standard Ethernet technology (like computer networks)</a:t>
            </a:r>
            <a:endParaRPr lang="en-IN" dirty="0"/>
          </a:p>
          <a:p>
            <a:endParaRPr lang="en-IN" dirty="0"/>
          </a:p>
          <a:p>
            <a:r>
              <a:rPr lang="en-IN" b="1" dirty="0"/>
              <a:t>Why Automotive Ethernet is Needed</a:t>
            </a:r>
          </a:p>
          <a:p>
            <a:r>
              <a:rPr lang="en-IN" dirty="0"/>
              <a:t>Modern vehicles generate </a:t>
            </a:r>
            <a:r>
              <a:rPr lang="en-IN" b="1" dirty="0"/>
              <a:t>large amounts of data</a:t>
            </a:r>
            <a:endParaRPr lang="en-IN" dirty="0"/>
          </a:p>
          <a:p>
            <a:r>
              <a:rPr lang="en-IN" dirty="0"/>
              <a:t>Required for:</a:t>
            </a:r>
          </a:p>
          <a:p>
            <a:pPr lvl="1"/>
            <a:r>
              <a:rPr lang="en-IN" b="1" dirty="0"/>
              <a:t>Safety systems</a:t>
            </a:r>
            <a:r>
              <a:rPr lang="en-IN" dirty="0"/>
              <a:t> (ADAS, braking, sensors)</a:t>
            </a:r>
          </a:p>
          <a:p>
            <a:pPr lvl="1"/>
            <a:r>
              <a:rPr lang="en-IN" b="1" dirty="0"/>
              <a:t>Infotainment</a:t>
            </a:r>
            <a:r>
              <a:rPr lang="en-IN" dirty="0"/>
              <a:t> (video, audio streaming)</a:t>
            </a:r>
          </a:p>
          <a:p>
            <a:pPr lvl="1"/>
            <a:r>
              <a:rPr lang="en-IN" b="1" dirty="0"/>
              <a:t>Autonomous driving systems</a:t>
            </a:r>
            <a:endParaRPr lang="en-IN" dirty="0"/>
          </a:p>
          <a:p>
            <a:r>
              <a:rPr lang="en-IN" b="1" dirty="0"/>
              <a:t>          high speed (10 Mbps to Gbps)</a:t>
            </a:r>
            <a:br>
              <a:rPr lang="en-IN" dirty="0"/>
            </a:br>
            <a:endParaRPr lang="en-IN" dirty="0"/>
          </a:p>
          <a:p>
            <a:r>
              <a:rPr lang="en-IN" b="1" dirty="0"/>
              <a:t>Key Features</a:t>
            </a:r>
          </a:p>
          <a:p>
            <a:r>
              <a:rPr lang="en-IN" b="1" dirty="0"/>
              <a:t>High bandwidth</a:t>
            </a:r>
            <a:r>
              <a:rPr lang="en-IN" dirty="0"/>
              <a:t> → handles huge data easily</a:t>
            </a:r>
          </a:p>
          <a:p>
            <a:r>
              <a:rPr lang="en-IN" b="1" dirty="0"/>
              <a:t>Low delay (latency)</a:t>
            </a:r>
            <a:r>
              <a:rPr lang="en-IN" dirty="0"/>
              <a:t> → fast real-time response</a:t>
            </a:r>
          </a:p>
          <a:p>
            <a:r>
              <a:rPr lang="en-IN" b="1" dirty="0"/>
              <a:t>Scalable</a:t>
            </a:r>
            <a:r>
              <a:rPr lang="en-IN" dirty="0"/>
              <a:t> → supports future technologies</a:t>
            </a:r>
          </a:p>
          <a:p>
            <a:r>
              <a:rPr lang="en-IN" b="1" dirty="0"/>
              <a:t>Reliable communication</a:t>
            </a:r>
            <a:r>
              <a:rPr lang="en-IN" dirty="0"/>
              <a:t> for critical systems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IN" sz="4000"/>
              <a:t>Tools: CANoe &amp; CANalyzer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GB" sz="1700" dirty="0"/>
              <a:t>Used for testing and </a:t>
            </a:r>
            <a:r>
              <a:rPr lang="en-GB" sz="1700" dirty="0" err="1"/>
              <a:t>analyzing</a:t>
            </a:r>
            <a:r>
              <a:rPr lang="en-GB" sz="1700" dirty="0"/>
              <a:t> CAN communication</a:t>
            </a:r>
          </a:p>
          <a:p>
            <a:r>
              <a:rPr lang="en-GB" sz="1700" dirty="0"/>
              <a:t>Widely used in the automotive industry</a:t>
            </a:r>
          </a:p>
          <a:p>
            <a:pPr marL="0" indent="0">
              <a:buNone/>
            </a:pPr>
            <a:r>
              <a:rPr lang="en-GB" sz="1700" b="1" dirty="0"/>
              <a:t>CANalyzer : </a:t>
            </a:r>
          </a:p>
          <a:p>
            <a:r>
              <a:rPr lang="en-GB" sz="1700" dirty="0"/>
              <a:t>Used to capture and </a:t>
            </a:r>
            <a:r>
              <a:rPr lang="en-GB" sz="1700" dirty="0" err="1"/>
              <a:t>analyze</a:t>
            </a:r>
            <a:r>
              <a:rPr lang="en-GB" sz="1700" dirty="0"/>
              <a:t> CAN messages</a:t>
            </a:r>
          </a:p>
          <a:p>
            <a:r>
              <a:rPr lang="en-GB" sz="1700" dirty="0"/>
              <a:t>Helps monitor real-time communication</a:t>
            </a:r>
          </a:p>
          <a:p>
            <a:r>
              <a:rPr lang="en-GB" sz="1700" dirty="0"/>
              <a:t>Used for debugging issues</a:t>
            </a:r>
          </a:p>
          <a:p>
            <a:pPr marL="0" indent="0">
              <a:buNone/>
            </a:pPr>
            <a:r>
              <a:rPr lang="en-GB" sz="1700" b="1" dirty="0" err="1"/>
              <a:t>CANoe</a:t>
            </a:r>
            <a:r>
              <a:rPr lang="en-GB" sz="1700" b="1" dirty="0"/>
              <a:t> : </a:t>
            </a:r>
          </a:p>
          <a:p>
            <a:r>
              <a:rPr lang="en-GB" sz="1700" dirty="0"/>
              <a:t>Used for simulation and testing of ECUs</a:t>
            </a:r>
          </a:p>
          <a:p>
            <a:r>
              <a:rPr lang="en-GB" sz="1700" dirty="0"/>
              <a:t>Supports network simulation and diagnostics</a:t>
            </a:r>
          </a:p>
          <a:p>
            <a:r>
              <a:rPr lang="en-GB" sz="1700" dirty="0"/>
              <a:t>Helps in validation of complete system</a:t>
            </a:r>
          </a:p>
          <a:p>
            <a:endParaRPr lang="en-GB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991443"/>
            <a:ext cx="4443154" cy="1087819"/>
          </a:xfrm>
        </p:spPr>
        <p:txBody>
          <a:bodyPr anchor="b">
            <a:normAutofit/>
          </a:bodyPr>
          <a:lstStyle/>
          <a:p>
            <a:r>
              <a:rPr lang="en-IN" sz="3400" dirty="0"/>
              <a:t>UDS (Diagnostics)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49223" y="38793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1480" y="2285541"/>
            <a:ext cx="43891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79" y="2426753"/>
            <a:ext cx="7448007" cy="4104675"/>
          </a:xfrm>
        </p:spPr>
        <p:txBody>
          <a:bodyPr>
            <a:normAutofit/>
          </a:bodyPr>
          <a:lstStyle/>
          <a:p>
            <a:r>
              <a:rPr lang="en-IN" sz="1800" dirty="0"/>
              <a:t>A standard protocol used for vehicle diagnostics and communication</a:t>
            </a:r>
          </a:p>
          <a:p>
            <a:r>
              <a:rPr lang="en-IN" sz="1800" dirty="0"/>
              <a:t>Helps to detect faults and issues in ECUs</a:t>
            </a:r>
          </a:p>
          <a:p>
            <a:r>
              <a:rPr lang="en-IN" sz="1800" dirty="0"/>
              <a:t>Allows reading and clearing error codes (DTCs)</a:t>
            </a:r>
            <a:br>
              <a:rPr lang="en-IN" sz="1800" dirty="0"/>
            </a:br>
            <a:endParaRPr lang="en-IN" sz="1800" dirty="0"/>
          </a:p>
          <a:p>
            <a:r>
              <a:rPr lang="en-IN" sz="1800" b="1" dirty="0"/>
              <a:t>Key Functions</a:t>
            </a:r>
          </a:p>
          <a:p>
            <a:r>
              <a:rPr lang="en-IN" sz="1800" b="1" dirty="0"/>
              <a:t>Monitoring &amp; Diagnosis</a:t>
            </a:r>
            <a:br>
              <a:rPr lang="en-IN" sz="1800" dirty="0"/>
            </a:br>
            <a:r>
              <a:rPr lang="en-IN" sz="1800" dirty="0"/>
              <a:t>Check ECU status, sensor data, and system health</a:t>
            </a:r>
          </a:p>
          <a:p>
            <a:r>
              <a:rPr lang="en-IN" sz="1800" b="1" dirty="0"/>
              <a:t>Firmware Update (Reprogramming)</a:t>
            </a:r>
            <a:br>
              <a:rPr lang="en-IN" sz="1800" dirty="0"/>
            </a:br>
            <a:r>
              <a:rPr lang="en-IN" sz="1800" dirty="0"/>
              <a:t>Supports software/firmware updates in ECUs</a:t>
            </a:r>
          </a:p>
          <a:p>
            <a:r>
              <a:rPr lang="en-IN" sz="1800" b="1" dirty="0"/>
              <a:t>Configuration &amp; Testing</a:t>
            </a:r>
            <a:br>
              <a:rPr lang="en-IN" sz="1800" dirty="0"/>
            </a:br>
            <a:r>
              <a:rPr lang="en-IN" sz="1800" dirty="0"/>
              <a:t>Used to test and configure ECU functions</a:t>
            </a:r>
          </a:p>
        </p:txBody>
      </p:sp>
      <p:pic>
        <p:nvPicPr>
          <p:cNvPr id="4" name="Graphic 3" descr="UDS Protocol Service Requests">
            <a:extLst>
              <a:ext uri="{FF2B5EF4-FFF2-40B4-BE49-F238E27FC236}">
                <a16:creationId xmlns:a16="http://schemas.microsoft.com/office/drawing/2014/main" id="{9723A775-97D1-D34B-DB59-4F5826DF03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03530" y="1938123"/>
            <a:ext cx="6440424" cy="483031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B87166-CABA-29D4-A2B0-EF358B28C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AC971-A1D0-4198-BAFF-7A2D0F6248EC}" type="datetime1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E4AEF-BF28-2C25-669D-7AC7205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5D4287-C6C6-DE9A-363F-8FC253A09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25</a:t>
            </a:fld>
            <a:endParaRPr lang="en-US"/>
          </a:p>
        </p:txBody>
      </p:sp>
      <p:pic>
        <p:nvPicPr>
          <p:cNvPr id="8" name="Picture 7" descr="A black screen with blue and orange squares&#10;&#10;AI-generated content may be incorrect.">
            <a:extLst>
              <a:ext uri="{FF2B5EF4-FFF2-40B4-BE49-F238E27FC236}">
                <a16:creationId xmlns:a16="http://schemas.microsoft.com/office/drawing/2014/main" id="{947EAF7B-AD6D-6214-4CF9-586168B8C2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343" y="2667900"/>
            <a:ext cx="5993526" cy="372200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D033A1-0FFF-D9DE-29F0-08A9D60819F5}"/>
              </a:ext>
            </a:extLst>
          </p:cNvPr>
          <p:cNvSpPr txBox="1"/>
          <p:nvPr/>
        </p:nvSpPr>
        <p:spPr>
          <a:xfrm>
            <a:off x="500741" y="784677"/>
            <a:ext cx="10417629" cy="4622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GB" b="1" dirty="0"/>
              <a:t>UDS in OSI Model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UDS works at the </a:t>
            </a:r>
            <a:r>
              <a:rPr lang="en-GB" b="1" dirty="0"/>
              <a:t>Application Layer</a:t>
            </a:r>
            <a:r>
              <a:rPr lang="en-GB" dirty="0"/>
              <a:t> of the OSI model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It is used for </a:t>
            </a:r>
            <a:r>
              <a:rPr lang="en-GB" b="1" dirty="0"/>
              <a:t>diagnostics and control of ECUs</a:t>
            </a:r>
            <a:endParaRPr lang="en-GB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Below UDS, </a:t>
            </a:r>
            <a:r>
              <a:rPr lang="en-GB" b="1" dirty="0"/>
              <a:t>communication protocols</a:t>
            </a:r>
            <a:r>
              <a:rPr lang="en-GB" dirty="0"/>
              <a:t> like CAN handle data transfer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CAN works in </a:t>
            </a:r>
            <a:r>
              <a:rPr lang="en-GB" b="1" dirty="0"/>
              <a:t>lower layers</a:t>
            </a:r>
            <a:r>
              <a:rPr lang="en-GB" dirty="0"/>
              <a:t> (network, data, physical)</a:t>
            </a:r>
          </a:p>
          <a:p>
            <a:pPr>
              <a:lnSpc>
                <a:spcPct val="150000"/>
              </a:lnSpc>
              <a:buNone/>
            </a:pPr>
            <a:br>
              <a:rPr lang="en-GB" dirty="0"/>
            </a:br>
            <a:endParaRPr lang="en-GB" dirty="0"/>
          </a:p>
          <a:p>
            <a:pPr>
              <a:lnSpc>
                <a:spcPct val="150000"/>
              </a:lnSpc>
              <a:buNone/>
            </a:pPr>
            <a:r>
              <a:rPr lang="en-GB" b="1" dirty="0"/>
              <a:t>How It Works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UDS sends </a:t>
            </a:r>
            <a:r>
              <a:rPr lang="en-GB" b="1" dirty="0"/>
              <a:t>diagnostic requests</a:t>
            </a:r>
            <a:r>
              <a:rPr lang="en-GB" dirty="0"/>
              <a:t> to ECUs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CAN/Ethernet </a:t>
            </a:r>
            <a:r>
              <a:rPr lang="en-GB" b="1" dirty="0"/>
              <a:t>carries these messages</a:t>
            </a:r>
            <a:r>
              <a:rPr lang="en-GB" dirty="0"/>
              <a:t> between ECUs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ECU processes the request and </a:t>
            </a:r>
            <a:r>
              <a:rPr lang="en-GB" b="1" dirty="0"/>
              <a:t>sends back a response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9048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ue cable with text overlay&#10;&#10;AI-generated content may be incorrect.">
            <a:extLst>
              <a:ext uri="{FF2B5EF4-FFF2-40B4-BE49-F238E27FC236}">
                <a16:creationId xmlns:a16="http://schemas.microsoft.com/office/drawing/2014/main" id="{07BB44BC-C4E8-72BD-D04A-0C73D92546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246"/>
          <a:stretch>
            <a:fillRect/>
          </a:stretch>
        </p:blipFill>
        <p:spPr>
          <a:xfrm>
            <a:off x="957943" y="393831"/>
            <a:ext cx="10472057" cy="391691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3EFFB0-FC09-7BE5-1105-4B27BE134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559D9-1CD2-4816-B6F3-35BB221A9954}" type="datetime1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F6EBDB-BE61-3B7F-DDC4-86F367D95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54B38-2E7D-DA81-58C1-0D6D112D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26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F771E-1BD2-9E5E-62A7-CF705F6A455D}"/>
              </a:ext>
            </a:extLst>
          </p:cNvPr>
          <p:cNvSpPr txBox="1"/>
          <p:nvPr/>
        </p:nvSpPr>
        <p:spPr>
          <a:xfrm>
            <a:off x="1121228" y="4310743"/>
            <a:ext cx="1011282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 </a:t>
            </a:r>
            <a:r>
              <a:rPr lang="en-GB" b="1" dirty="0"/>
              <a:t>service engineer (client)</a:t>
            </a:r>
            <a:r>
              <a:rPr lang="en-GB" dirty="0"/>
              <a:t> uses a </a:t>
            </a:r>
            <a:r>
              <a:rPr lang="en-GB" b="1" dirty="0"/>
              <a:t>laptop with diagnostic software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The laptop is connected using an </a:t>
            </a:r>
            <a:r>
              <a:rPr lang="en-GB" b="1" dirty="0"/>
              <a:t>OBD cable (interface)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The cable is plugged into the vehicle’s </a:t>
            </a:r>
            <a:r>
              <a:rPr lang="en-GB" b="1" dirty="0"/>
              <a:t>OBD port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The laptop sends </a:t>
            </a:r>
            <a:r>
              <a:rPr lang="en-GB" b="1" dirty="0"/>
              <a:t>UDS requests</a:t>
            </a:r>
            <a:r>
              <a:rPr lang="en-GB" dirty="0"/>
              <a:t> to the vehicle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The </a:t>
            </a:r>
            <a:r>
              <a:rPr lang="en-GB" b="1" dirty="0"/>
              <a:t>vehicle (server / ECUs)</a:t>
            </a:r>
            <a:r>
              <a:rPr lang="en-GB" dirty="0"/>
              <a:t> receives the request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ECUs </a:t>
            </a:r>
            <a:r>
              <a:rPr lang="en-GB" b="1" dirty="0"/>
              <a:t>process the request and send a response back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1739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3DDBF-7929-055D-A556-58444DD85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UDS Message structure</a:t>
            </a:r>
          </a:p>
        </p:txBody>
      </p:sp>
      <p:pic>
        <p:nvPicPr>
          <p:cNvPr id="7" name="Content Placeholder 6" descr="Unified Diagnostic Services on CAN bus Frame Structure">
            <a:extLst>
              <a:ext uri="{FF2B5EF4-FFF2-40B4-BE49-F238E27FC236}">
                <a16:creationId xmlns:a16="http://schemas.microsoft.com/office/drawing/2014/main" id="{1ECFBDAD-9F94-E7B2-0DF2-78CE252E23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102" y="1469167"/>
            <a:ext cx="10141864" cy="2253747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FF7FE-CC73-8F22-D33D-62B44A634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8044A-2C1F-4B97-9512-6D923735F050}" type="datetime1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E276E-2A7C-F26D-64B8-BB9C19634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5D938E-A1A5-3E73-26D2-FF0430BC6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27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D14E97-FCF6-4A2D-9F43-9B3CA71E5658}"/>
              </a:ext>
            </a:extLst>
          </p:cNvPr>
          <p:cNvSpPr txBox="1"/>
          <p:nvPr/>
        </p:nvSpPr>
        <p:spPr>
          <a:xfrm>
            <a:off x="1115101" y="4023969"/>
            <a:ext cx="930252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Shows how a </a:t>
            </a:r>
            <a:r>
              <a:rPr lang="en-GB" b="1" dirty="0"/>
              <a:t>UDS request message is formed</a:t>
            </a:r>
            <a:r>
              <a:rPr lang="en-GB" dirty="0"/>
              <a:t> over CAN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Each field has a </a:t>
            </a:r>
            <a:r>
              <a:rPr lang="en-GB" b="1" dirty="0"/>
              <a:t>specific purpose</a:t>
            </a:r>
            <a:endParaRPr lang="en-GB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b="1" dirty="0"/>
              <a:t>CAN ID</a:t>
            </a:r>
            <a:r>
              <a:rPr lang="en-GB" dirty="0"/>
              <a:t> → Identifies the target ECU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b="1" dirty="0"/>
              <a:t>SID (Service ID)</a:t>
            </a:r>
            <a:r>
              <a:rPr lang="en-GB" dirty="0"/>
              <a:t> → Type of diagnostic request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b="1" dirty="0"/>
              <a:t>Sub-function</a:t>
            </a:r>
            <a:r>
              <a:rPr lang="en-GB" dirty="0"/>
              <a:t> → Extra details (optional)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b="1" dirty="0"/>
              <a:t>Data</a:t>
            </a:r>
            <a:r>
              <a:rPr lang="en-GB" dirty="0"/>
              <a:t> → Actual information or parameters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b="1" dirty="0"/>
              <a:t>Padding</a:t>
            </a:r>
            <a:r>
              <a:rPr lang="en-GB" dirty="0"/>
              <a:t> → Fills remaining space if needed</a:t>
            </a:r>
          </a:p>
        </p:txBody>
      </p:sp>
    </p:spTree>
    <p:extLst>
      <p:ext uri="{BB962C8B-B14F-4D97-AF65-F5344CB8AC3E}">
        <p14:creationId xmlns:p14="http://schemas.microsoft.com/office/powerpoint/2010/main" val="29923287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IN" sz="4800"/>
              <a:t>Automotive Networking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66214017-518F-A868-C3A8-110886B630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05734250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29F85-2225-FDE7-A9F7-3D9DC9C72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83686" cy="1325563"/>
          </a:xfrm>
        </p:spPr>
        <p:txBody>
          <a:bodyPr>
            <a:normAutofit/>
          </a:bodyPr>
          <a:lstStyle/>
          <a:p>
            <a:r>
              <a:rPr lang="en-IN" b="1">
                <a:latin typeface="Segoe UI" panose="020B0502040204020203" pitchFamily="34" charset="0"/>
              </a:rPr>
              <a:t>Network Topologies (Connection Types)</a:t>
            </a:r>
            <a:endParaRPr lang="en-IN" dirty="0"/>
          </a:p>
        </p:txBody>
      </p:sp>
      <p:graphicFrame>
        <p:nvGraphicFramePr>
          <p:cNvPr id="20" name="Content Placeholder 9">
            <a:extLst>
              <a:ext uri="{FF2B5EF4-FFF2-40B4-BE49-F238E27FC236}">
                <a16:creationId xmlns:a16="http://schemas.microsoft.com/office/drawing/2014/main" id="{A8468B35-1450-A09D-9B37-C93C4F4AE1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656241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660072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C718A-A960-73A4-BBF2-8C1F40C57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Segoe UI" panose="020B0502040204020203" pitchFamily="34" charset="0"/>
              </a:rPr>
              <a:t>Types of Data in Vehicle Network</a:t>
            </a:r>
            <a:endParaRPr lang="en-IN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3F25F9-9DE4-4622-B036-547F460C4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fontAlgn="t">
              <a:lnSpc>
                <a:spcPct val="100000"/>
              </a:lnSpc>
            </a:pPr>
            <a:r>
              <a:rPr lang="en-IN" sz="1800" b="1" dirty="0">
                <a:latin typeface="Segoe UI" panose="020B0502040204020203" pitchFamily="34" charset="0"/>
              </a:rPr>
              <a:t>Control Data</a:t>
            </a:r>
            <a:br>
              <a:rPr lang="en-IN" sz="1800" dirty="0">
                <a:latin typeface="Segoe UI" panose="020B0502040204020203" pitchFamily="34" charset="0"/>
              </a:rPr>
            </a:br>
            <a:r>
              <a:rPr lang="en-IN" sz="1800" dirty="0">
                <a:latin typeface="Segoe UI" panose="020B0502040204020203" pitchFamily="34" charset="0"/>
              </a:rPr>
              <a:t>→ Engine, transmission, motor control</a:t>
            </a:r>
          </a:p>
          <a:p>
            <a:pPr fontAlgn="t">
              <a:lnSpc>
                <a:spcPct val="100000"/>
              </a:lnSpc>
            </a:pPr>
            <a:r>
              <a:rPr lang="en-IN" sz="1800" b="1" dirty="0">
                <a:latin typeface="Segoe UI" panose="020B0502040204020203" pitchFamily="34" charset="0"/>
              </a:rPr>
              <a:t>Safety / Time-Critical Data</a:t>
            </a:r>
            <a:br>
              <a:rPr lang="en-IN" sz="1800" dirty="0">
                <a:latin typeface="Segoe UI" panose="020B0502040204020203" pitchFamily="34" charset="0"/>
              </a:rPr>
            </a:br>
            <a:r>
              <a:rPr lang="en-IN" sz="1800" dirty="0">
                <a:latin typeface="Segoe UI" panose="020B0502040204020203" pitchFamily="34" charset="0"/>
              </a:rPr>
              <a:t>→ Airbag, braking, ADAS (very fast response required)</a:t>
            </a:r>
          </a:p>
          <a:p>
            <a:pPr fontAlgn="t">
              <a:lnSpc>
                <a:spcPct val="100000"/>
              </a:lnSpc>
            </a:pPr>
            <a:r>
              <a:rPr lang="en-IN" sz="1800" b="1" dirty="0">
                <a:latin typeface="Segoe UI" panose="020B0502040204020203" pitchFamily="34" charset="0"/>
              </a:rPr>
              <a:t>Infotainment Data</a:t>
            </a:r>
            <a:br>
              <a:rPr lang="en-IN" sz="1800" dirty="0">
                <a:latin typeface="Segoe UI" panose="020B0502040204020203" pitchFamily="34" charset="0"/>
              </a:rPr>
            </a:br>
            <a:r>
              <a:rPr lang="en-IN" sz="1800" dirty="0">
                <a:latin typeface="Segoe UI" panose="020B0502040204020203" pitchFamily="34" charset="0"/>
              </a:rPr>
              <a:t>→ Audio, video, navigation</a:t>
            </a:r>
          </a:p>
          <a:p>
            <a:pPr fontAlgn="t">
              <a:lnSpc>
                <a:spcPct val="100000"/>
              </a:lnSpc>
            </a:pPr>
            <a:r>
              <a:rPr lang="en-IN" sz="1800" b="1" dirty="0">
                <a:latin typeface="Segoe UI" panose="020B0502040204020203" pitchFamily="34" charset="0"/>
              </a:rPr>
              <a:t>Backbone Data</a:t>
            </a:r>
            <a:br>
              <a:rPr lang="en-IN" sz="1800" dirty="0">
                <a:latin typeface="Segoe UI" panose="020B0502040204020203" pitchFamily="34" charset="0"/>
              </a:rPr>
            </a:br>
            <a:r>
              <a:rPr lang="en-IN" sz="1800" dirty="0">
                <a:latin typeface="Segoe UI" panose="020B0502040204020203" pitchFamily="34" charset="0"/>
              </a:rPr>
              <a:t>→ Connects different vehicle networks</a:t>
            </a:r>
          </a:p>
          <a:p>
            <a:pPr fontAlgn="t">
              <a:lnSpc>
                <a:spcPct val="100000"/>
              </a:lnSpc>
            </a:pPr>
            <a:r>
              <a:rPr lang="en-IN" sz="1800" b="1" dirty="0">
                <a:latin typeface="Segoe UI" panose="020B0502040204020203" pitchFamily="34" charset="0"/>
              </a:rPr>
              <a:t>Low-Speed Data</a:t>
            </a:r>
            <a:br>
              <a:rPr lang="en-IN" sz="1800" dirty="0">
                <a:latin typeface="Segoe UI" panose="020B0502040204020203" pitchFamily="34" charset="0"/>
              </a:rPr>
            </a:br>
            <a:r>
              <a:rPr lang="en-IN" sz="1800" dirty="0">
                <a:latin typeface="Segoe UI" panose="020B0502040204020203" pitchFamily="34" charset="0"/>
              </a:rPr>
              <a:t>→ Doors, windows, seat control</a:t>
            </a:r>
          </a:p>
        </p:txBody>
      </p:sp>
    </p:spTree>
    <p:extLst>
      <p:ext uri="{BB962C8B-B14F-4D97-AF65-F5344CB8AC3E}">
        <p14:creationId xmlns:p14="http://schemas.microsoft.com/office/powerpoint/2010/main" val="31139104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EC5F9CE-E452-4863-FF49-DE1369B03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590675"/>
            <a:ext cx="7315200" cy="48768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B8837ED-3832-9C53-44FA-9CCD36240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Vehicle Network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1FCAF5-46D5-D21C-ABBA-72976EF8DEB1}"/>
              </a:ext>
            </a:extLst>
          </p:cNvPr>
          <p:cNvSpPr txBox="1"/>
          <p:nvPr/>
        </p:nvSpPr>
        <p:spPr>
          <a:xfrm>
            <a:off x="7569200" y="1730376"/>
            <a:ext cx="4622800" cy="4530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ts val="1500"/>
              </a:lnSpc>
            </a:pPr>
            <a:r>
              <a:rPr lang="en-IN" sz="1400" b="1" i="0" dirty="0">
                <a:effectLst/>
                <a:latin typeface="Segoe UI" panose="020B0502040204020203" pitchFamily="34" charset="0"/>
              </a:rPr>
              <a:t>Safety / Time-Critical Data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Requires high speed and fast response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Example: Airbag, braking (ADAS systems)</a:t>
            </a:r>
          </a:p>
          <a:p>
            <a:pPr fontAlgn="t">
              <a:lnSpc>
                <a:spcPts val="1500"/>
              </a:lnSpc>
            </a:pP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1" i="0" dirty="0">
                <a:effectLst/>
                <a:latin typeface="Segoe UI" panose="020B0502040204020203" pitchFamily="34" charset="0"/>
              </a:rPr>
              <a:t>Control Data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Used for controlling sensors and actuators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Example: Engine, transmission systems</a:t>
            </a:r>
          </a:p>
          <a:p>
            <a:pPr fontAlgn="t">
              <a:lnSpc>
                <a:spcPts val="1500"/>
              </a:lnSpc>
            </a:pP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1" i="0" dirty="0">
                <a:effectLst/>
                <a:latin typeface="Segoe UI" panose="020B0502040204020203" pitchFamily="34" charset="0"/>
              </a:rPr>
              <a:t>Backbone Data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Transfers data between different networks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Used in gateway communication</a:t>
            </a:r>
          </a:p>
          <a:p>
            <a:pPr fontAlgn="t">
              <a:lnSpc>
                <a:spcPts val="1500"/>
              </a:lnSpc>
            </a:pP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1" i="0" dirty="0">
                <a:effectLst/>
                <a:latin typeface="Segoe UI" panose="020B0502040204020203" pitchFamily="34" charset="0"/>
              </a:rPr>
              <a:t>Infotainment Data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Audio, video and navigation data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Requires high bandwidth (&gt; 25 Mbps)</a:t>
            </a:r>
          </a:p>
          <a:p>
            <a:pPr fontAlgn="t">
              <a:lnSpc>
                <a:spcPts val="1500"/>
              </a:lnSpc>
            </a:pP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1" i="0" dirty="0">
                <a:effectLst/>
                <a:latin typeface="Segoe UI" panose="020B0502040204020203" pitchFamily="34" charset="0"/>
              </a:rPr>
              <a:t>Multi Giga Data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Very high-speed data for advanced systems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Used in autonomous driving (ADAS, cameras)</a:t>
            </a:r>
          </a:p>
          <a:p>
            <a:pPr fontAlgn="t">
              <a:lnSpc>
                <a:spcPts val="1500"/>
              </a:lnSpc>
            </a:pP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1" i="0" dirty="0">
                <a:effectLst/>
                <a:latin typeface="Segoe UI" panose="020B0502040204020203" pitchFamily="34" charset="0"/>
              </a:rPr>
              <a:t>Low Cost / Speed Data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Low-speed simple communication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Example: Door locks, window control</a:t>
            </a:r>
          </a:p>
        </p:txBody>
      </p:sp>
    </p:spTree>
    <p:extLst>
      <p:ext uri="{BB962C8B-B14F-4D97-AF65-F5344CB8AC3E}">
        <p14:creationId xmlns:p14="http://schemas.microsoft.com/office/powerpoint/2010/main" val="3794106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IN" sz="4000" dirty="0"/>
              <a:t>Stellantis’ </a:t>
            </a:r>
            <a:r>
              <a:rPr lang="en-IN" sz="4000"/>
              <a:t>STLA Platform</a:t>
            </a:r>
            <a:endParaRPr lang="en-IN" sz="4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8209" y="2221992"/>
            <a:ext cx="8934133" cy="4352980"/>
          </a:xfrm>
        </p:spPr>
        <p:txBody>
          <a:bodyPr vert="horz" lIns="91440" tIns="45720" rIns="91440" bIns="45720" rtlCol="0">
            <a:normAutofit/>
          </a:bodyPr>
          <a:lstStyle/>
          <a:p>
            <a:pPr fontAlgn="t">
              <a:lnSpc>
                <a:spcPts val="1500"/>
              </a:lnSpc>
              <a:buNone/>
            </a:pPr>
            <a:r>
              <a:rPr lang="en-IN" sz="1800" b="1" dirty="0">
                <a:latin typeface="Segoe UI" panose="020B0502040204020203" pitchFamily="34" charset="0"/>
              </a:rPr>
              <a:t>What is STLA?</a:t>
            </a:r>
            <a:endParaRPr lang="en-IN" sz="18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r>
              <a:rPr lang="en-IN" sz="1800" dirty="0">
                <a:latin typeface="Segoe UI" panose="020B0502040204020203" pitchFamily="34" charset="0"/>
              </a:rPr>
              <a:t>STLA (Stella) = Dedicated </a:t>
            </a:r>
            <a:r>
              <a:rPr lang="en-IN" sz="1800" b="1" dirty="0">
                <a:latin typeface="Segoe UI" panose="020B0502040204020203" pitchFamily="34" charset="0"/>
              </a:rPr>
              <a:t>electric vehicle (EV) platforms</a:t>
            </a:r>
            <a:endParaRPr lang="en-IN" sz="18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r>
              <a:rPr lang="en-IN" sz="1800" dirty="0">
                <a:latin typeface="Segoe UI" panose="020B0502040204020203" pitchFamily="34" charset="0"/>
              </a:rPr>
              <a:t>Common base used across multiple Stellantis brands</a:t>
            </a:r>
          </a:p>
          <a:p>
            <a:pPr fontAlgn="t">
              <a:lnSpc>
                <a:spcPts val="1500"/>
              </a:lnSpc>
              <a:buNone/>
            </a:pPr>
            <a:r>
              <a:rPr lang="en-IN" sz="1800" b="1" dirty="0">
                <a:latin typeface="Segoe UI" panose="020B0502040204020203" pitchFamily="34" charset="0"/>
              </a:rPr>
              <a:t>Platform Types:</a:t>
            </a:r>
            <a:endParaRPr lang="en-IN" sz="18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r>
              <a:rPr lang="en-IN" sz="1800" b="1" dirty="0">
                <a:latin typeface="Segoe UI" panose="020B0502040204020203" pitchFamily="34" charset="0"/>
              </a:rPr>
              <a:t>STLA Small</a:t>
            </a:r>
            <a:r>
              <a:rPr lang="en-IN" sz="1800" dirty="0">
                <a:latin typeface="Segoe UI" panose="020B0502040204020203" pitchFamily="34" charset="0"/>
              </a:rPr>
              <a:t> → Small cars</a:t>
            </a:r>
          </a:p>
          <a:p>
            <a:pPr fontAlgn="t">
              <a:lnSpc>
                <a:spcPts val="1500"/>
              </a:lnSpc>
            </a:pPr>
            <a:r>
              <a:rPr lang="en-IN" sz="1800" b="1" dirty="0">
                <a:latin typeface="Segoe UI" panose="020B0502040204020203" pitchFamily="34" charset="0"/>
              </a:rPr>
              <a:t>STLA Medium</a:t>
            </a:r>
            <a:r>
              <a:rPr lang="en-IN" sz="1800" dirty="0">
                <a:latin typeface="Segoe UI" panose="020B0502040204020203" pitchFamily="34" charset="0"/>
              </a:rPr>
              <a:t> → Mid-size cars</a:t>
            </a:r>
          </a:p>
          <a:p>
            <a:pPr fontAlgn="t">
              <a:lnSpc>
                <a:spcPts val="1500"/>
              </a:lnSpc>
            </a:pPr>
            <a:r>
              <a:rPr lang="en-IN" sz="1800" b="1" dirty="0">
                <a:latin typeface="Segoe UI" panose="020B0502040204020203" pitchFamily="34" charset="0"/>
              </a:rPr>
              <a:t>STLA Large</a:t>
            </a:r>
            <a:r>
              <a:rPr lang="en-IN" sz="1800" dirty="0">
                <a:latin typeface="Segoe UI" panose="020B0502040204020203" pitchFamily="34" charset="0"/>
              </a:rPr>
              <a:t> → Premium &amp; performance cars</a:t>
            </a:r>
          </a:p>
          <a:p>
            <a:pPr fontAlgn="t">
              <a:lnSpc>
                <a:spcPts val="1500"/>
              </a:lnSpc>
            </a:pPr>
            <a:r>
              <a:rPr lang="en-IN" sz="1800" b="1" dirty="0">
                <a:latin typeface="Segoe UI" panose="020B0502040204020203" pitchFamily="34" charset="0"/>
              </a:rPr>
              <a:t>STLA Frame</a:t>
            </a:r>
            <a:r>
              <a:rPr lang="en-IN" sz="1800" dirty="0">
                <a:latin typeface="Segoe UI" panose="020B0502040204020203" pitchFamily="34" charset="0"/>
              </a:rPr>
              <a:t> → SUVs, pickup trucks</a:t>
            </a:r>
          </a:p>
          <a:p>
            <a:pPr fontAlgn="t">
              <a:lnSpc>
                <a:spcPts val="1500"/>
              </a:lnSpc>
              <a:buNone/>
            </a:pPr>
            <a:r>
              <a:rPr lang="en-IN" sz="1800" b="1" dirty="0">
                <a:latin typeface="Segoe UI" panose="020B0502040204020203" pitchFamily="34" charset="0"/>
              </a:rPr>
              <a:t>Key Features:</a:t>
            </a:r>
            <a:endParaRPr lang="en-IN" sz="18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r>
              <a:rPr lang="en-IN" sz="1800" dirty="0">
                <a:latin typeface="Segoe UI" panose="020B0502040204020203" pitchFamily="34" charset="0"/>
              </a:rPr>
              <a:t>Driving range: </a:t>
            </a:r>
            <a:r>
              <a:rPr lang="en-IN" sz="1800" b="1" dirty="0">
                <a:latin typeface="Segoe UI" panose="020B0502040204020203" pitchFamily="34" charset="0"/>
              </a:rPr>
              <a:t>500–800+ km</a:t>
            </a:r>
            <a:endParaRPr lang="en-IN" sz="18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r>
              <a:rPr lang="en-IN" sz="1800" dirty="0">
                <a:latin typeface="Segoe UI" panose="020B0502040204020203" pitchFamily="34" charset="0"/>
              </a:rPr>
              <a:t>Fast charging (~320 km in 10 min)</a:t>
            </a:r>
          </a:p>
          <a:p>
            <a:pPr fontAlgn="t">
              <a:lnSpc>
                <a:spcPts val="1500"/>
              </a:lnSpc>
            </a:pPr>
            <a:r>
              <a:rPr lang="en-IN" sz="1800" dirty="0">
                <a:latin typeface="Segoe UI" panose="020B0502040204020203" pitchFamily="34" charset="0"/>
              </a:rPr>
              <a:t>High performance (0–100 km/h ~2 sec)</a:t>
            </a:r>
          </a:p>
          <a:p>
            <a:pPr fontAlgn="t">
              <a:lnSpc>
                <a:spcPts val="1500"/>
              </a:lnSpc>
            </a:pPr>
            <a:r>
              <a:rPr lang="en-IN" sz="1800" dirty="0">
                <a:latin typeface="Segoe UI" panose="020B0502040204020203" pitchFamily="34" charset="0"/>
              </a:rPr>
              <a:t>Supports FWD, RWD, AWD configurations</a:t>
            </a:r>
          </a:p>
          <a:p>
            <a:endParaRPr lang="en-GB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5870B-5D5D-99CF-7CCE-B14B54F21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 Technology and Future Vision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CCC534-8B6E-FD10-77A2-749AF776BD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t">
              <a:lnSpc>
                <a:spcPts val="1500"/>
              </a:lnSpc>
              <a:buNone/>
            </a:pPr>
            <a:r>
              <a:rPr lang="en-IN" sz="2000" b="1" dirty="0">
                <a:latin typeface="Segoe UI" panose="020B0502040204020203" pitchFamily="34" charset="0"/>
              </a:rPr>
              <a:t>Battery &amp; Powertrain:</a:t>
            </a:r>
            <a:endParaRPr lang="en-IN" sz="20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r>
              <a:rPr lang="en-IN" sz="2000" dirty="0">
                <a:latin typeface="Segoe UI" panose="020B0502040204020203" pitchFamily="34" charset="0"/>
              </a:rPr>
              <a:t>Battery size: </a:t>
            </a:r>
            <a:r>
              <a:rPr lang="en-IN" sz="2000" b="1" dirty="0">
                <a:latin typeface="Segoe UI" panose="020B0502040204020203" pitchFamily="34" charset="0"/>
              </a:rPr>
              <a:t>37–200 kWh</a:t>
            </a:r>
            <a:endParaRPr lang="en-IN" sz="20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r>
              <a:rPr lang="en-IN" sz="2000" dirty="0">
                <a:latin typeface="Segoe UI" panose="020B0502040204020203" pitchFamily="34" charset="0"/>
              </a:rPr>
              <a:t>Dual battery chemistry (low-cost &amp; high-performance options)</a:t>
            </a:r>
          </a:p>
          <a:p>
            <a:pPr fontAlgn="t">
              <a:lnSpc>
                <a:spcPts val="1500"/>
              </a:lnSpc>
            </a:pPr>
            <a:r>
              <a:rPr lang="en-IN" sz="2000" dirty="0">
                <a:latin typeface="Segoe UI" panose="020B0502040204020203" pitchFamily="34" charset="0"/>
              </a:rPr>
              <a:t>Power output: </a:t>
            </a:r>
            <a:r>
              <a:rPr lang="en-IN" sz="2000" b="1" dirty="0">
                <a:latin typeface="Segoe UI" panose="020B0502040204020203" pitchFamily="34" charset="0"/>
              </a:rPr>
              <a:t>95 hp – 449 hp</a:t>
            </a:r>
            <a:endParaRPr lang="en-IN" sz="20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  <a:buNone/>
            </a:pPr>
            <a:r>
              <a:rPr lang="en-IN" sz="2000" b="1" dirty="0">
                <a:latin typeface="Segoe UI" panose="020B0502040204020203" pitchFamily="34" charset="0"/>
              </a:rPr>
              <a:t>Smart Technology (STLA Brain):</a:t>
            </a:r>
            <a:endParaRPr lang="en-IN" sz="20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r>
              <a:rPr lang="en-IN" sz="2000" dirty="0">
                <a:latin typeface="Segoe UI" panose="020B0502040204020203" pitchFamily="34" charset="0"/>
              </a:rPr>
              <a:t>Central control system for: </a:t>
            </a:r>
          </a:p>
          <a:p>
            <a:pPr marL="742950" lvl="1" indent="-285750" fontAlgn="t">
              <a:lnSpc>
                <a:spcPts val="1500"/>
              </a:lnSpc>
            </a:pPr>
            <a:r>
              <a:rPr lang="en-IN" sz="1800" dirty="0">
                <a:latin typeface="Segoe UI" panose="020B0502040204020203" pitchFamily="34" charset="0"/>
              </a:rPr>
              <a:t>Driving</a:t>
            </a:r>
          </a:p>
          <a:p>
            <a:pPr marL="742950" lvl="1" indent="-285750" fontAlgn="t">
              <a:lnSpc>
                <a:spcPts val="1500"/>
              </a:lnSpc>
            </a:pPr>
            <a:r>
              <a:rPr lang="en-IN" sz="1800" dirty="0">
                <a:latin typeface="Segoe UI" panose="020B0502040204020203" pitchFamily="34" charset="0"/>
              </a:rPr>
              <a:t>Connectivity</a:t>
            </a:r>
          </a:p>
          <a:p>
            <a:pPr marL="742950" lvl="1" indent="-285750" fontAlgn="t">
              <a:lnSpc>
                <a:spcPts val="1500"/>
              </a:lnSpc>
            </a:pPr>
            <a:r>
              <a:rPr lang="en-IN" sz="1800" dirty="0">
                <a:latin typeface="Segoe UI" panose="020B0502040204020203" pitchFamily="34" charset="0"/>
              </a:rPr>
              <a:t>Autonomous features</a:t>
            </a:r>
          </a:p>
          <a:p>
            <a:pPr fontAlgn="t">
              <a:lnSpc>
                <a:spcPts val="1500"/>
              </a:lnSpc>
            </a:pPr>
            <a:r>
              <a:rPr lang="en-IN" sz="2000" dirty="0">
                <a:latin typeface="Segoe UI" panose="020B0502040204020203" pitchFamily="34" charset="0"/>
              </a:rPr>
              <a:t>Supports </a:t>
            </a:r>
            <a:r>
              <a:rPr lang="en-IN" sz="2000" b="1" dirty="0">
                <a:latin typeface="Segoe UI" panose="020B0502040204020203" pitchFamily="34" charset="0"/>
              </a:rPr>
              <a:t>OTA updates (like smartphones)</a:t>
            </a:r>
            <a:endParaRPr lang="en-IN" sz="20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  <a:buNone/>
            </a:pPr>
            <a:r>
              <a:rPr lang="en-IN" sz="2000" b="1" dirty="0">
                <a:latin typeface="Segoe UI" panose="020B0502040204020203" pitchFamily="34" charset="0"/>
              </a:rPr>
              <a:t>Future Goals:</a:t>
            </a:r>
            <a:endParaRPr lang="en-IN" sz="20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r>
              <a:rPr lang="en-IN" sz="2000" dirty="0">
                <a:latin typeface="Segoe UI" panose="020B0502040204020203" pitchFamily="34" charset="0"/>
              </a:rPr>
              <a:t>Fully electrified lineup by </a:t>
            </a:r>
            <a:r>
              <a:rPr lang="en-IN" sz="2000" b="1" dirty="0">
                <a:latin typeface="Segoe UI" panose="020B0502040204020203" pitchFamily="34" charset="0"/>
              </a:rPr>
              <a:t>2030</a:t>
            </a:r>
            <a:endParaRPr lang="en-IN" sz="20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r>
              <a:rPr lang="en-IN" sz="2000" dirty="0">
                <a:latin typeface="Segoe UI" panose="020B0502040204020203" pitchFamily="34" charset="0"/>
              </a:rPr>
              <a:t>Improved efficiency, performance &amp; sustainability</a:t>
            </a:r>
          </a:p>
          <a:p>
            <a:pPr fontAlgn="t">
              <a:lnSpc>
                <a:spcPts val="1500"/>
              </a:lnSpc>
            </a:pPr>
            <a:r>
              <a:rPr lang="en-IN" sz="2000" dirty="0">
                <a:latin typeface="Segoe UI" panose="020B0502040204020203" pitchFamily="34" charset="0"/>
              </a:rPr>
              <a:t>Continuous feature upgrades via software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228965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463EB0A-3D7C-4AA5-BFA5-8EE5B4BA56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8651" y="1122363"/>
            <a:ext cx="11034695" cy="317469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5AD00-F967-454D-A4B2-39ABA5C88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BC5B79-B912-427C-8219-E3E50943FC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1127</TotalTime>
  <Words>2141</Words>
  <Application>Microsoft Office PowerPoint</Application>
  <PresentationFormat>Widescreen</PresentationFormat>
  <Paragraphs>315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Aptos</vt:lpstr>
      <vt:lpstr>Aptos Display</vt:lpstr>
      <vt:lpstr>Arial</vt:lpstr>
      <vt:lpstr>Calibri</vt:lpstr>
      <vt:lpstr>Segoe UI</vt:lpstr>
      <vt:lpstr>Wingdings</vt:lpstr>
      <vt:lpstr>Office Theme</vt:lpstr>
      <vt:lpstr>Automotive Protocols</vt:lpstr>
      <vt:lpstr>CAN Protocol</vt:lpstr>
      <vt:lpstr>Features of CAN</vt:lpstr>
      <vt:lpstr>PowerPoint Presentation</vt:lpstr>
      <vt:lpstr>Layers of CAN</vt:lpstr>
      <vt:lpstr>Applications of CAN</vt:lpstr>
      <vt:lpstr>CAN Bus</vt:lpstr>
      <vt:lpstr>CAN Message</vt:lpstr>
      <vt:lpstr>CAN Data Frame</vt:lpstr>
      <vt:lpstr>Remote Frame</vt:lpstr>
      <vt:lpstr>Error Frame</vt:lpstr>
      <vt:lpstr>Overload Frame</vt:lpstr>
      <vt:lpstr>Error Handling in CAN</vt:lpstr>
      <vt:lpstr>Arbitration Process</vt:lpstr>
      <vt:lpstr>CAN FD</vt:lpstr>
      <vt:lpstr>LIN Protocol</vt:lpstr>
      <vt:lpstr>How LIN bus works</vt:lpstr>
      <vt:lpstr>Interaction between LIN and CAN​</vt:lpstr>
      <vt:lpstr>LIN Frame Format</vt:lpstr>
      <vt:lpstr>LIN Frame  Types</vt:lpstr>
      <vt:lpstr>CAN vs LIN</vt:lpstr>
      <vt:lpstr>Automotive Ethernet</vt:lpstr>
      <vt:lpstr>Tools: CANoe &amp; CANalyzer</vt:lpstr>
      <vt:lpstr>UDS (Diagnostics)</vt:lpstr>
      <vt:lpstr>PowerPoint Presentation</vt:lpstr>
      <vt:lpstr>PowerPoint Presentation</vt:lpstr>
      <vt:lpstr>UDS Message structure</vt:lpstr>
      <vt:lpstr>Automotive Networking</vt:lpstr>
      <vt:lpstr>Network Topologies (Connection Types)</vt:lpstr>
      <vt:lpstr>Types of Data in Vehicle Network</vt:lpstr>
      <vt:lpstr>Vehicle Network Application</vt:lpstr>
      <vt:lpstr>Stellantis’ STLA Platform</vt:lpstr>
      <vt:lpstr> Technology and Future Vision</vt:lpstr>
      <vt:lpstr>Thank You</vt:lpstr>
    </vt:vector>
  </TitlesOfParts>
  <Company>Cognizant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Sutar, Monal Gajanan (Cognizant)</dc:creator>
  <cp:lastModifiedBy>Sutar, Monal Gajanan (Cognizant)</cp:lastModifiedBy>
  <cp:revision>1</cp:revision>
  <dcterms:created xsi:type="dcterms:W3CDTF">2026-05-25T05:54:17Z</dcterms:created>
  <dcterms:modified xsi:type="dcterms:W3CDTF">2026-05-28T17:49:11Z</dcterms:modified>
</cp:coreProperties>
</file>