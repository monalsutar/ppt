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82" r:id="rId2"/>
    <p:sldId id="258" r:id="rId3"/>
    <p:sldId id="259" r:id="rId4"/>
    <p:sldId id="260" r:id="rId5"/>
    <p:sldId id="284" r:id="rId6"/>
    <p:sldId id="261" r:id="rId7"/>
    <p:sldId id="262" r:id="rId8"/>
    <p:sldId id="283" r:id="rId9"/>
    <p:sldId id="286" r:id="rId10"/>
    <p:sldId id="285" r:id="rId11"/>
    <p:sldId id="287" r:id="rId12"/>
    <p:sldId id="275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5FDFDF-F184-489D-96D5-EF205B56EEB3}" v="60" dt="2026-05-28T06:51:56.3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–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tar, Monal Gajanan (Cognizant)" userId="cbef091d-1278-48f6-97ae-0b476c410a24" providerId="ADAL" clId="{69AB6919-4147-41D2-8237-888729AF7CC5}"/>
    <pc:docChg chg="undo custSel addSld delSld modSld sldOrd">
      <pc:chgData name="Sutar, Monal Gajanan (Cognizant)" userId="cbef091d-1278-48f6-97ae-0b476c410a24" providerId="ADAL" clId="{69AB6919-4147-41D2-8237-888729AF7CC5}" dt="2026-05-28T09:22:34.061" v="452" actId="14100"/>
      <pc:docMkLst>
        <pc:docMk/>
      </pc:docMkLst>
      <pc:sldChg chg="delSp modSp mod">
        <pc:chgData name="Sutar, Monal Gajanan (Cognizant)" userId="cbef091d-1278-48f6-97ae-0b476c410a24" providerId="ADAL" clId="{69AB6919-4147-41D2-8237-888729AF7CC5}" dt="2026-05-28T09:21:57.425" v="448" actId="1076"/>
        <pc:sldMkLst>
          <pc:docMk/>
          <pc:sldMk cId="0" sldId="259"/>
        </pc:sldMkLst>
        <pc:spChg chg="mod">
          <ac:chgData name="Sutar, Monal Gajanan (Cognizant)" userId="cbef091d-1278-48f6-97ae-0b476c410a24" providerId="ADAL" clId="{69AB6919-4147-41D2-8237-888729AF7CC5}" dt="2026-05-28T09:21:57.425" v="448" actId="1076"/>
          <ac:spMkLst>
            <pc:docMk/>
            <pc:sldMk cId="0" sldId="259"/>
            <ac:spMk id="3" creationId="{00000000-0000-0000-0000-000000000000}"/>
          </ac:spMkLst>
        </pc:spChg>
        <pc:spChg chg="del">
          <ac:chgData name="Sutar, Monal Gajanan (Cognizant)" userId="cbef091d-1278-48f6-97ae-0b476c410a24" providerId="ADAL" clId="{69AB6919-4147-41D2-8237-888729AF7CC5}" dt="2026-05-28T09:20:52.069" v="433" actId="478"/>
          <ac:spMkLst>
            <pc:docMk/>
            <pc:sldMk cId="0" sldId="259"/>
            <ac:spMk id="117" creationId="{DD14DF24-B7D3-924D-E001-8489C6A1CFEB}"/>
          </ac:spMkLst>
        </pc:spChg>
        <pc:picChg chg="mod ord">
          <ac:chgData name="Sutar, Monal Gajanan (Cognizant)" userId="cbef091d-1278-48f6-97ae-0b476c410a24" providerId="ADAL" clId="{69AB6919-4147-41D2-8237-888729AF7CC5}" dt="2026-05-28T09:21:50.277" v="447" actId="1076"/>
          <ac:picMkLst>
            <pc:docMk/>
            <pc:sldMk cId="0" sldId="259"/>
            <ac:picMk id="104" creationId="{12679D27-69EB-D565-E598-4AD9AFF0BC07}"/>
          </ac:picMkLst>
        </pc:picChg>
      </pc:sldChg>
      <pc:sldChg chg="modSp mod">
        <pc:chgData name="Sutar, Monal Gajanan (Cognizant)" userId="cbef091d-1278-48f6-97ae-0b476c410a24" providerId="ADAL" clId="{69AB6919-4147-41D2-8237-888729AF7CC5}" dt="2026-05-28T06:33:17.814" v="353" actId="29295"/>
        <pc:sldMkLst>
          <pc:docMk/>
          <pc:sldMk cId="0" sldId="260"/>
        </pc:sldMkLst>
        <pc:spChg chg="mod">
          <ac:chgData name="Sutar, Monal Gajanan (Cognizant)" userId="cbef091d-1278-48f6-97ae-0b476c410a24" providerId="ADAL" clId="{69AB6919-4147-41D2-8237-888729AF7CC5}" dt="2026-05-28T06:32:17.935" v="345" actId="113"/>
          <ac:spMkLst>
            <pc:docMk/>
            <pc:sldMk cId="0" sldId="260"/>
            <ac:spMk id="3" creationId="{00000000-0000-0000-0000-000000000000}"/>
          </ac:spMkLst>
        </pc:spChg>
        <pc:picChg chg="mod ord">
          <ac:chgData name="Sutar, Monal Gajanan (Cognizant)" userId="cbef091d-1278-48f6-97ae-0b476c410a24" providerId="ADAL" clId="{69AB6919-4147-41D2-8237-888729AF7CC5}" dt="2026-05-28T06:33:17.814" v="353" actId="29295"/>
          <ac:picMkLst>
            <pc:docMk/>
            <pc:sldMk cId="0" sldId="260"/>
            <ac:picMk id="5" creationId="{AE5FEB30-A973-FF54-1D55-CEFB2BED85AB}"/>
          </ac:picMkLst>
        </pc:picChg>
      </pc:sldChg>
      <pc:sldChg chg="addSp delSp modSp mod modClrScheme chgLayout">
        <pc:chgData name="Sutar, Monal Gajanan (Cognizant)" userId="cbef091d-1278-48f6-97ae-0b476c410a24" providerId="ADAL" clId="{69AB6919-4147-41D2-8237-888729AF7CC5}" dt="2026-05-28T09:22:34.061" v="452" actId="14100"/>
        <pc:sldMkLst>
          <pc:docMk/>
          <pc:sldMk cId="0" sldId="261"/>
        </pc:sldMkLst>
        <pc:spChg chg="mod">
          <ac:chgData name="Sutar, Monal Gajanan (Cognizant)" userId="cbef091d-1278-48f6-97ae-0b476c410a24" providerId="ADAL" clId="{69AB6919-4147-41D2-8237-888729AF7CC5}" dt="2026-05-28T06:52:19.663" v="421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Sutar, Monal Gajanan (Cognizant)" userId="cbef091d-1278-48f6-97ae-0b476c410a24" providerId="ADAL" clId="{69AB6919-4147-41D2-8237-888729AF7CC5}" dt="2026-05-28T09:22:34.061" v="452" actId="14100"/>
          <ac:spMkLst>
            <pc:docMk/>
            <pc:sldMk cId="0" sldId="261"/>
            <ac:spMk id="3" creationId="{00000000-0000-0000-0000-000000000000}"/>
          </ac:spMkLst>
        </pc:spChg>
        <pc:spChg chg="add del mod">
          <ac:chgData name="Sutar, Monal Gajanan (Cognizant)" userId="cbef091d-1278-48f6-97ae-0b476c410a24" providerId="ADAL" clId="{69AB6919-4147-41D2-8237-888729AF7CC5}" dt="2026-05-28T09:21:02.363" v="436" actId="478"/>
          <ac:spMkLst>
            <pc:docMk/>
            <pc:sldMk cId="0" sldId="261"/>
            <ac:spMk id="9" creationId="{EC1E7D02-246C-6990-22BD-82527AC6DB56}"/>
          </ac:spMkLst>
        </pc:spChg>
        <pc:spChg chg="add mod">
          <ac:chgData name="Sutar, Monal Gajanan (Cognizant)" userId="cbef091d-1278-48f6-97ae-0b476c410a24" providerId="ADAL" clId="{69AB6919-4147-41D2-8237-888729AF7CC5}" dt="2026-05-28T06:52:19.663" v="421" actId="26606"/>
          <ac:spMkLst>
            <pc:docMk/>
            <pc:sldMk cId="0" sldId="261"/>
            <ac:spMk id="11" creationId="{C5518BD9-96DA-BAEA-934E-18851747C9BE}"/>
          </ac:spMkLst>
        </pc:spChg>
        <pc:spChg chg="add del mod">
          <ac:chgData name="Sutar, Monal Gajanan (Cognizant)" userId="cbef091d-1278-48f6-97ae-0b476c410a24" providerId="ADAL" clId="{69AB6919-4147-41D2-8237-888729AF7CC5}" dt="2026-05-28T09:21:10.353" v="437" actId="478"/>
          <ac:spMkLst>
            <pc:docMk/>
            <pc:sldMk cId="0" sldId="261"/>
            <ac:spMk id="13" creationId="{E7239A84-D1FA-A100-1FF5-3BCD30043BCE}"/>
          </ac:spMkLst>
        </pc:spChg>
        <pc:picChg chg="mod">
          <ac:chgData name="Sutar, Monal Gajanan (Cognizant)" userId="cbef091d-1278-48f6-97ae-0b476c410a24" providerId="ADAL" clId="{69AB6919-4147-41D2-8237-888729AF7CC5}" dt="2026-05-28T06:52:23.563" v="422" actId="1076"/>
          <ac:picMkLst>
            <pc:docMk/>
            <pc:sldMk cId="0" sldId="261"/>
            <ac:picMk id="4" creationId="{18B5B4EC-F7F6-27E9-D2AE-124A10499D17}"/>
          </ac:picMkLst>
        </pc:picChg>
      </pc:sldChg>
      <pc:sldChg chg="addSp delSp modSp mod ord">
        <pc:chgData name="Sutar, Monal Gajanan (Cognizant)" userId="cbef091d-1278-48f6-97ae-0b476c410a24" providerId="ADAL" clId="{69AB6919-4147-41D2-8237-888729AF7CC5}" dt="2026-05-28T06:33:37.059" v="355"/>
        <pc:sldMkLst>
          <pc:docMk/>
          <pc:sldMk cId="0" sldId="262"/>
        </pc:sldMkLst>
        <pc:spChg chg="mod">
          <ac:chgData name="Sutar, Monal Gajanan (Cognizant)" userId="cbef091d-1278-48f6-97ae-0b476c410a24" providerId="ADAL" clId="{69AB6919-4147-41D2-8237-888729AF7CC5}" dt="2026-05-28T06:27:46.416" v="318" actId="27636"/>
          <ac:spMkLst>
            <pc:docMk/>
            <pc:sldMk cId="0" sldId="262"/>
            <ac:spMk id="3" creationId="{00000000-0000-0000-0000-000000000000}"/>
          </ac:spMkLst>
        </pc:spChg>
        <pc:spChg chg="del">
          <ac:chgData name="Sutar, Monal Gajanan (Cognizant)" userId="cbef091d-1278-48f6-97ae-0b476c410a24" providerId="ADAL" clId="{69AB6919-4147-41D2-8237-888729AF7CC5}" dt="2026-05-28T06:26:52.324" v="302" actId="478"/>
          <ac:spMkLst>
            <pc:docMk/>
            <pc:sldMk cId="0" sldId="262"/>
            <ac:spMk id="5" creationId="{78C672AC-A2EE-F69D-F380-EF3F99CC12FA}"/>
          </ac:spMkLst>
        </pc:spChg>
        <pc:spChg chg="del mod">
          <ac:chgData name="Sutar, Monal Gajanan (Cognizant)" userId="cbef091d-1278-48f6-97ae-0b476c410a24" providerId="ADAL" clId="{69AB6919-4147-41D2-8237-888729AF7CC5}" dt="2026-05-28T06:26:59.747" v="304" actId="478"/>
          <ac:spMkLst>
            <pc:docMk/>
            <pc:sldMk cId="0" sldId="262"/>
            <ac:spMk id="6" creationId="{B7B50499-D078-9A48-921D-085327CE4579}"/>
          </ac:spMkLst>
        </pc:spChg>
        <pc:spChg chg="del">
          <ac:chgData name="Sutar, Monal Gajanan (Cognizant)" userId="cbef091d-1278-48f6-97ae-0b476c410a24" providerId="ADAL" clId="{69AB6919-4147-41D2-8237-888729AF7CC5}" dt="2026-05-28T06:27:01.539" v="305" actId="478"/>
          <ac:spMkLst>
            <pc:docMk/>
            <pc:sldMk cId="0" sldId="262"/>
            <ac:spMk id="7" creationId="{368B43A9-5FBF-2A2C-C536-DCBF3D716956}"/>
          </ac:spMkLst>
        </pc:spChg>
        <pc:spChg chg="del">
          <ac:chgData name="Sutar, Monal Gajanan (Cognizant)" userId="cbef091d-1278-48f6-97ae-0b476c410a24" providerId="ADAL" clId="{69AB6919-4147-41D2-8237-888729AF7CC5}" dt="2026-05-28T06:27:03.459" v="306" actId="478"/>
          <ac:spMkLst>
            <pc:docMk/>
            <pc:sldMk cId="0" sldId="262"/>
            <ac:spMk id="8" creationId="{EE378AEA-DB09-AC54-C05E-451BEC97F017}"/>
          </ac:spMkLst>
        </pc:spChg>
        <pc:spChg chg="del">
          <ac:chgData name="Sutar, Monal Gajanan (Cognizant)" userId="cbef091d-1278-48f6-97ae-0b476c410a24" providerId="ADAL" clId="{69AB6919-4147-41D2-8237-888729AF7CC5}" dt="2026-05-28T06:27:05.456" v="307" actId="478"/>
          <ac:spMkLst>
            <pc:docMk/>
            <pc:sldMk cId="0" sldId="262"/>
            <ac:spMk id="9" creationId="{FCF11149-C543-C8E8-1885-E2654F39676E}"/>
          </ac:spMkLst>
        </pc:spChg>
        <pc:spChg chg="del">
          <ac:chgData name="Sutar, Monal Gajanan (Cognizant)" userId="cbef091d-1278-48f6-97ae-0b476c410a24" providerId="ADAL" clId="{69AB6919-4147-41D2-8237-888729AF7CC5}" dt="2026-05-28T06:27:07.535" v="308" actId="478"/>
          <ac:spMkLst>
            <pc:docMk/>
            <pc:sldMk cId="0" sldId="262"/>
            <ac:spMk id="10" creationId="{D8B3BEDB-3D1E-052A-4B08-B5432CA35148}"/>
          </ac:spMkLst>
        </pc:spChg>
        <pc:graphicFrameChg chg="add mod">
          <ac:chgData name="Sutar, Monal Gajanan (Cognizant)" userId="cbef091d-1278-48f6-97ae-0b476c410a24" providerId="ADAL" clId="{69AB6919-4147-41D2-8237-888729AF7CC5}" dt="2026-05-28T06:25:55.857" v="296"/>
          <ac:graphicFrameMkLst>
            <pc:docMk/>
            <pc:sldMk cId="0" sldId="262"/>
            <ac:graphicFrameMk id="4" creationId="{86DA62C5-071B-3E5A-9248-3EB9BF70876B}"/>
          </ac:graphicFrameMkLst>
        </pc:graphicFrameChg>
      </pc:sldChg>
      <pc:sldChg chg="delSp mod">
        <pc:chgData name="Sutar, Monal Gajanan (Cognizant)" userId="cbef091d-1278-48f6-97ae-0b476c410a24" providerId="ADAL" clId="{69AB6919-4147-41D2-8237-888729AF7CC5}" dt="2026-05-28T09:20:46.795" v="432" actId="478"/>
        <pc:sldMkLst>
          <pc:docMk/>
          <pc:sldMk cId="1231602178" sldId="282"/>
        </pc:sldMkLst>
        <pc:spChg chg="del">
          <ac:chgData name="Sutar, Monal Gajanan (Cognizant)" userId="cbef091d-1278-48f6-97ae-0b476c410a24" providerId="ADAL" clId="{69AB6919-4147-41D2-8237-888729AF7CC5}" dt="2026-05-28T09:20:46.795" v="432" actId="478"/>
          <ac:spMkLst>
            <pc:docMk/>
            <pc:sldMk cId="1231602178" sldId="282"/>
            <ac:spMk id="6" creationId="{919EC831-6615-BF8B-497E-3A525786226F}"/>
          </ac:spMkLst>
        </pc:spChg>
      </pc:sldChg>
      <pc:sldChg chg="delSp mod">
        <pc:chgData name="Sutar, Monal Gajanan (Cognizant)" userId="cbef091d-1278-48f6-97ae-0b476c410a24" providerId="ADAL" clId="{69AB6919-4147-41D2-8237-888729AF7CC5}" dt="2026-05-28T09:21:15.653" v="438" actId="478"/>
        <pc:sldMkLst>
          <pc:docMk/>
          <pc:sldMk cId="2277049787" sldId="283"/>
        </pc:sldMkLst>
        <pc:spChg chg="del">
          <ac:chgData name="Sutar, Monal Gajanan (Cognizant)" userId="cbef091d-1278-48f6-97ae-0b476c410a24" providerId="ADAL" clId="{69AB6919-4147-41D2-8237-888729AF7CC5}" dt="2026-05-28T09:21:15.653" v="438" actId="478"/>
          <ac:spMkLst>
            <pc:docMk/>
            <pc:sldMk cId="2277049787" sldId="283"/>
            <ac:spMk id="4" creationId="{5805283B-F6BC-DC94-79CF-5AEB25D7B574}"/>
          </ac:spMkLst>
        </pc:spChg>
      </pc:sldChg>
      <pc:sldChg chg="delSp modSp new mod">
        <pc:chgData name="Sutar, Monal Gajanan (Cognizant)" userId="cbef091d-1278-48f6-97ae-0b476c410a24" providerId="ADAL" clId="{69AB6919-4147-41D2-8237-888729AF7CC5}" dt="2026-05-28T09:20:58.871" v="435" actId="478"/>
        <pc:sldMkLst>
          <pc:docMk/>
          <pc:sldMk cId="3004135814" sldId="284"/>
        </pc:sldMkLst>
        <pc:spChg chg="mod">
          <ac:chgData name="Sutar, Monal Gajanan (Cognizant)" userId="cbef091d-1278-48f6-97ae-0b476c410a24" providerId="ADAL" clId="{69AB6919-4147-41D2-8237-888729AF7CC5}" dt="2026-05-28T06:09:11.645" v="232" actId="20577"/>
          <ac:spMkLst>
            <pc:docMk/>
            <pc:sldMk cId="3004135814" sldId="284"/>
            <ac:spMk id="2" creationId="{1767B3FA-D35D-2A07-3774-C609A290E7AA}"/>
          </ac:spMkLst>
        </pc:spChg>
        <pc:spChg chg="mod">
          <ac:chgData name="Sutar, Monal Gajanan (Cognizant)" userId="cbef091d-1278-48f6-97ae-0b476c410a24" providerId="ADAL" clId="{69AB6919-4147-41D2-8237-888729AF7CC5}" dt="2026-05-28T06:28:37.387" v="323" actId="1076"/>
          <ac:spMkLst>
            <pc:docMk/>
            <pc:sldMk cId="3004135814" sldId="284"/>
            <ac:spMk id="3" creationId="{598C9599-7DF7-A9A8-3194-10690D865EB0}"/>
          </ac:spMkLst>
        </pc:spChg>
        <pc:spChg chg="del">
          <ac:chgData name="Sutar, Monal Gajanan (Cognizant)" userId="cbef091d-1278-48f6-97ae-0b476c410a24" providerId="ADAL" clId="{69AB6919-4147-41D2-8237-888729AF7CC5}" dt="2026-05-28T09:20:58.871" v="435" actId="478"/>
          <ac:spMkLst>
            <pc:docMk/>
            <pc:sldMk cId="3004135814" sldId="284"/>
            <ac:spMk id="4" creationId="{75820EF7-09BF-A429-577E-294FF46EECDC}"/>
          </ac:spMkLst>
        </pc:spChg>
        <pc:spChg chg="del">
          <ac:chgData name="Sutar, Monal Gajanan (Cognizant)" userId="cbef091d-1278-48f6-97ae-0b476c410a24" providerId="ADAL" clId="{69AB6919-4147-41D2-8237-888729AF7CC5}" dt="2026-05-28T09:20:55.608" v="434" actId="478"/>
          <ac:spMkLst>
            <pc:docMk/>
            <pc:sldMk cId="3004135814" sldId="284"/>
            <ac:spMk id="6" creationId="{D743A210-BFCD-F122-9717-BC5BDC1DDC89}"/>
          </ac:spMkLst>
        </pc:spChg>
      </pc:sldChg>
      <pc:sldChg chg="addSp delSp modSp new mod ord">
        <pc:chgData name="Sutar, Monal Gajanan (Cognizant)" userId="cbef091d-1278-48f6-97ae-0b476c410a24" providerId="ADAL" clId="{69AB6919-4147-41D2-8237-888729AF7CC5}" dt="2026-05-28T09:21:27.119" v="442" actId="478"/>
        <pc:sldMkLst>
          <pc:docMk/>
          <pc:sldMk cId="3939511972" sldId="285"/>
        </pc:sldMkLst>
        <pc:spChg chg="mod">
          <ac:chgData name="Sutar, Monal Gajanan (Cognizant)" userId="cbef091d-1278-48f6-97ae-0b476c410a24" providerId="ADAL" clId="{69AB6919-4147-41D2-8237-888729AF7CC5}" dt="2026-05-28T06:12:01.607" v="244" actId="20577"/>
          <ac:spMkLst>
            <pc:docMk/>
            <pc:sldMk cId="3939511972" sldId="285"/>
            <ac:spMk id="2" creationId="{9C61CD52-7C5A-242D-5E73-B06B16DE43A1}"/>
          </ac:spMkLst>
        </pc:spChg>
        <pc:spChg chg="mod">
          <ac:chgData name="Sutar, Monal Gajanan (Cognizant)" userId="cbef091d-1278-48f6-97ae-0b476c410a24" providerId="ADAL" clId="{69AB6919-4147-41D2-8237-888729AF7CC5}" dt="2026-05-28T06:27:32.609" v="313" actId="1076"/>
          <ac:spMkLst>
            <pc:docMk/>
            <pc:sldMk cId="3939511972" sldId="285"/>
            <ac:spMk id="3" creationId="{909C5254-C8E5-D3A6-EA51-8D2ECF2B4A05}"/>
          </ac:spMkLst>
        </pc:spChg>
        <pc:spChg chg="del">
          <ac:chgData name="Sutar, Monal Gajanan (Cognizant)" userId="cbef091d-1278-48f6-97ae-0b476c410a24" providerId="ADAL" clId="{69AB6919-4147-41D2-8237-888729AF7CC5}" dt="2026-05-28T09:21:23.712" v="441" actId="478"/>
          <ac:spMkLst>
            <pc:docMk/>
            <pc:sldMk cId="3939511972" sldId="285"/>
            <ac:spMk id="4" creationId="{F2B24B1C-47AB-0002-B37F-A9D4AB5B3F3E}"/>
          </ac:spMkLst>
        </pc:spChg>
        <pc:spChg chg="del">
          <ac:chgData name="Sutar, Monal Gajanan (Cognizant)" userId="cbef091d-1278-48f6-97ae-0b476c410a24" providerId="ADAL" clId="{69AB6919-4147-41D2-8237-888729AF7CC5}" dt="2026-05-28T09:21:27.119" v="442" actId="478"/>
          <ac:spMkLst>
            <pc:docMk/>
            <pc:sldMk cId="3939511972" sldId="285"/>
            <ac:spMk id="6" creationId="{44D50C2E-738A-9BD6-3044-16E9ADF1281E}"/>
          </ac:spMkLst>
        </pc:spChg>
        <pc:graphicFrameChg chg="add mod">
          <ac:chgData name="Sutar, Monal Gajanan (Cognizant)" userId="cbef091d-1278-48f6-97ae-0b476c410a24" providerId="ADAL" clId="{69AB6919-4147-41D2-8237-888729AF7CC5}" dt="2026-05-28T06:11:23.118" v="233"/>
          <ac:graphicFrameMkLst>
            <pc:docMk/>
            <pc:sldMk cId="3939511972" sldId="285"/>
            <ac:graphicFrameMk id="7" creationId="{C1D6A5B5-B102-76F6-BAF7-85610DCB58AD}"/>
          </ac:graphicFrameMkLst>
        </pc:graphicFrameChg>
      </pc:sldChg>
      <pc:sldChg chg="addSp delSp modSp new mod modClrScheme chgLayout">
        <pc:chgData name="Sutar, Monal Gajanan (Cognizant)" userId="cbef091d-1278-48f6-97ae-0b476c410a24" providerId="ADAL" clId="{69AB6919-4147-41D2-8237-888729AF7CC5}" dt="2026-05-28T09:21:20.713" v="440" actId="478"/>
        <pc:sldMkLst>
          <pc:docMk/>
          <pc:sldMk cId="3988782437" sldId="286"/>
        </pc:sldMkLst>
        <pc:spChg chg="add del mod ord">
          <ac:chgData name="Sutar, Monal Gajanan (Cognizant)" userId="cbef091d-1278-48f6-97ae-0b476c410a24" providerId="ADAL" clId="{69AB6919-4147-41D2-8237-888729AF7CC5}" dt="2026-05-28T06:01:31.969" v="173" actId="478"/>
          <ac:spMkLst>
            <pc:docMk/>
            <pc:sldMk cId="3988782437" sldId="286"/>
            <ac:spMk id="2" creationId="{B8A78B87-3998-CC00-F5EC-E4C7E0AFD812}"/>
          </ac:spMkLst>
        </pc:spChg>
        <pc:spChg chg="mod ord">
          <ac:chgData name="Sutar, Monal Gajanan (Cognizant)" userId="cbef091d-1278-48f6-97ae-0b476c410a24" providerId="ADAL" clId="{69AB6919-4147-41D2-8237-888729AF7CC5}" dt="2026-05-28T06:01:42.682" v="174" actId="1076"/>
          <ac:spMkLst>
            <pc:docMk/>
            <pc:sldMk cId="3988782437" sldId="286"/>
            <ac:spMk id="3" creationId="{4D1F2DED-9E0D-DBCE-4453-E91CE4878DC9}"/>
          </ac:spMkLst>
        </pc:spChg>
        <pc:spChg chg="add del mod ord">
          <ac:chgData name="Sutar, Monal Gajanan (Cognizant)" userId="cbef091d-1278-48f6-97ae-0b476c410a24" providerId="ADAL" clId="{69AB6919-4147-41D2-8237-888729AF7CC5}" dt="2026-05-28T06:21:22.136" v="290" actId="27636"/>
          <ac:spMkLst>
            <pc:docMk/>
            <pc:sldMk cId="3988782437" sldId="286"/>
            <ac:spMk id="4" creationId="{E0C4B597-B4B5-AF02-9F28-57543F5D85EB}"/>
          </ac:spMkLst>
        </pc:spChg>
        <pc:spChg chg="mod ord">
          <ac:chgData name="Sutar, Monal Gajanan (Cognizant)" userId="cbef091d-1278-48f6-97ae-0b476c410a24" providerId="ADAL" clId="{69AB6919-4147-41D2-8237-888729AF7CC5}" dt="2026-05-28T06:01:42.682" v="174" actId="1076"/>
          <ac:spMkLst>
            <pc:docMk/>
            <pc:sldMk cId="3988782437" sldId="286"/>
            <ac:spMk id="5" creationId="{D9A70F05-DE4B-A8BD-C5FD-CF27B097E355}"/>
          </ac:spMkLst>
        </pc:spChg>
        <pc:spChg chg="add del mod ord">
          <ac:chgData name="Sutar, Monal Gajanan (Cognizant)" userId="cbef091d-1278-48f6-97ae-0b476c410a24" providerId="ADAL" clId="{69AB6919-4147-41D2-8237-888729AF7CC5}" dt="2026-05-28T06:21:22.126" v="289" actId="27636"/>
          <ac:spMkLst>
            <pc:docMk/>
            <pc:sldMk cId="3988782437" sldId="286"/>
            <ac:spMk id="6" creationId="{2470D853-9BA7-856C-FCB2-938873FB2AEE}"/>
          </ac:spMkLst>
        </pc:spChg>
        <pc:spChg chg="del mod ord">
          <ac:chgData name="Sutar, Monal Gajanan (Cognizant)" userId="cbef091d-1278-48f6-97ae-0b476c410a24" providerId="ADAL" clId="{69AB6919-4147-41D2-8237-888729AF7CC5}" dt="2026-05-28T06:21:58.720" v="295" actId="478"/>
          <ac:spMkLst>
            <pc:docMk/>
            <pc:sldMk cId="3988782437" sldId="286"/>
            <ac:spMk id="7" creationId="{805C7F05-EB60-C4D8-13C8-FD00208547AD}"/>
          </ac:spMkLst>
        </pc:spChg>
        <pc:spChg chg="mod ord">
          <ac:chgData name="Sutar, Monal Gajanan (Cognizant)" userId="cbef091d-1278-48f6-97ae-0b476c410a24" providerId="ADAL" clId="{69AB6919-4147-41D2-8237-888729AF7CC5}" dt="2026-05-28T06:00:00.378" v="153" actId="700"/>
          <ac:spMkLst>
            <pc:docMk/>
            <pc:sldMk cId="3988782437" sldId="286"/>
            <ac:spMk id="8" creationId="{7FE27AD8-C0AD-79D5-A27A-CBC5BF863AA8}"/>
          </ac:spMkLst>
        </pc:spChg>
        <pc:spChg chg="del mod ord">
          <ac:chgData name="Sutar, Monal Gajanan (Cognizant)" userId="cbef091d-1278-48f6-97ae-0b476c410a24" providerId="ADAL" clId="{69AB6919-4147-41D2-8237-888729AF7CC5}" dt="2026-05-28T09:21:20.713" v="440" actId="478"/>
          <ac:spMkLst>
            <pc:docMk/>
            <pc:sldMk cId="3988782437" sldId="286"/>
            <ac:spMk id="9" creationId="{5155048D-6D1D-B3FD-A198-BD28CB4891D8}"/>
          </ac:spMkLst>
        </pc:spChg>
        <pc:spChg chg="add del mod ord">
          <ac:chgData name="Sutar, Monal Gajanan (Cognizant)" userId="cbef091d-1278-48f6-97ae-0b476c410a24" providerId="ADAL" clId="{69AB6919-4147-41D2-8237-888729AF7CC5}" dt="2026-05-28T06:00:00.378" v="153" actId="700"/>
          <ac:spMkLst>
            <pc:docMk/>
            <pc:sldMk cId="3988782437" sldId="286"/>
            <ac:spMk id="10" creationId="{FD64D611-7C2F-C21A-F154-ED80169E8259}"/>
          </ac:spMkLst>
        </pc:spChg>
        <pc:spChg chg="add del mod ord">
          <ac:chgData name="Sutar, Monal Gajanan (Cognizant)" userId="cbef091d-1278-48f6-97ae-0b476c410a24" providerId="ADAL" clId="{69AB6919-4147-41D2-8237-888729AF7CC5}" dt="2026-05-28T05:59:59.961" v="152" actId="700"/>
          <ac:spMkLst>
            <pc:docMk/>
            <pc:sldMk cId="3988782437" sldId="286"/>
            <ac:spMk id="11" creationId="{86AD1D78-D811-C237-B234-F63A9A9E3388}"/>
          </ac:spMkLst>
        </pc:spChg>
        <pc:spChg chg="add del mod ord">
          <ac:chgData name="Sutar, Monal Gajanan (Cognizant)" userId="cbef091d-1278-48f6-97ae-0b476c410a24" providerId="ADAL" clId="{69AB6919-4147-41D2-8237-888729AF7CC5}" dt="2026-05-28T05:59:59.961" v="152" actId="700"/>
          <ac:spMkLst>
            <pc:docMk/>
            <pc:sldMk cId="3988782437" sldId="286"/>
            <ac:spMk id="12" creationId="{350A7113-B580-CB5A-B543-F2E998C6B486}"/>
          </ac:spMkLst>
        </pc:spChg>
        <pc:spChg chg="add del mod ord">
          <ac:chgData name="Sutar, Monal Gajanan (Cognizant)" userId="cbef091d-1278-48f6-97ae-0b476c410a24" providerId="ADAL" clId="{69AB6919-4147-41D2-8237-888729AF7CC5}" dt="2026-05-28T05:59:59.961" v="152" actId="700"/>
          <ac:spMkLst>
            <pc:docMk/>
            <pc:sldMk cId="3988782437" sldId="286"/>
            <ac:spMk id="13" creationId="{8A62971C-C376-78B9-9FA5-84DBF3C27070}"/>
          </ac:spMkLst>
        </pc:spChg>
        <pc:graphicFrameChg chg="add mod">
          <ac:chgData name="Sutar, Monal Gajanan (Cognizant)" userId="cbef091d-1278-48f6-97ae-0b476c410a24" providerId="ADAL" clId="{69AB6919-4147-41D2-8237-888729AF7CC5}" dt="2026-05-28T06:14:38.659" v="245"/>
          <ac:graphicFrameMkLst>
            <pc:docMk/>
            <pc:sldMk cId="3988782437" sldId="286"/>
            <ac:graphicFrameMk id="14" creationId="{66BB463A-3AD6-AB10-4C4E-F054330D1380}"/>
          </ac:graphicFrameMkLst>
        </pc:graphicFrameChg>
        <pc:picChg chg="add mod">
          <ac:chgData name="Sutar, Monal Gajanan (Cognizant)" userId="cbef091d-1278-48f6-97ae-0b476c410a24" providerId="ADAL" clId="{69AB6919-4147-41D2-8237-888729AF7CC5}" dt="2026-05-28T06:21:32.652" v="291" actId="1076"/>
          <ac:picMkLst>
            <pc:docMk/>
            <pc:sldMk cId="3988782437" sldId="286"/>
            <ac:picMk id="1026" creationId="{885959AB-7087-D7CF-FAF7-CDFC2ED5BDB4}"/>
          </ac:picMkLst>
        </pc:picChg>
        <pc:picChg chg="add del mod">
          <ac:chgData name="Sutar, Monal Gajanan (Cognizant)" userId="cbef091d-1278-48f6-97ae-0b476c410a24" providerId="ADAL" clId="{69AB6919-4147-41D2-8237-888729AF7CC5}" dt="2026-05-28T06:20:36.369" v="270" actId="478"/>
          <ac:picMkLst>
            <pc:docMk/>
            <pc:sldMk cId="3988782437" sldId="286"/>
            <ac:picMk id="1028" creationId="{3020490A-F089-71C6-7453-A43967D3216D}"/>
          </ac:picMkLst>
        </pc:picChg>
        <pc:picChg chg="add mod">
          <ac:chgData name="Sutar, Monal Gajanan (Cognizant)" userId="cbef091d-1278-48f6-97ae-0b476c410a24" providerId="ADAL" clId="{69AB6919-4147-41D2-8237-888729AF7CC5}" dt="2026-05-28T06:34:33.421" v="360" actId="1076"/>
          <ac:picMkLst>
            <pc:docMk/>
            <pc:sldMk cId="3988782437" sldId="286"/>
            <ac:picMk id="1030" creationId="{70D91DC5-EC98-3099-00E6-3BFFE95261AF}"/>
          </ac:picMkLst>
        </pc:picChg>
      </pc:sldChg>
      <pc:sldChg chg="addSp delSp modSp new mod">
        <pc:chgData name="Sutar, Monal Gajanan (Cognizant)" userId="cbef091d-1278-48f6-97ae-0b476c410a24" providerId="ADAL" clId="{69AB6919-4147-41D2-8237-888729AF7CC5}" dt="2026-05-28T09:21:33.026" v="444" actId="478"/>
        <pc:sldMkLst>
          <pc:docMk/>
          <pc:sldMk cId="2041285797" sldId="287"/>
        </pc:sldMkLst>
        <pc:spChg chg="mod">
          <ac:chgData name="Sutar, Monal Gajanan (Cognizant)" userId="cbef091d-1278-48f6-97ae-0b476c410a24" providerId="ADAL" clId="{69AB6919-4147-41D2-8237-888729AF7CC5}" dt="2026-05-28T06:07:22.728" v="223" actId="14100"/>
          <ac:spMkLst>
            <pc:docMk/>
            <pc:sldMk cId="2041285797" sldId="287"/>
            <ac:spMk id="2" creationId="{38CF5133-B495-8CCC-36DB-63DB6F6E1053}"/>
          </ac:spMkLst>
        </pc:spChg>
        <pc:spChg chg="add del mod">
          <ac:chgData name="Sutar, Monal Gajanan (Cognizant)" userId="cbef091d-1278-48f6-97ae-0b476c410a24" providerId="ADAL" clId="{69AB6919-4147-41D2-8237-888729AF7CC5}" dt="2026-05-28T06:28:23.269" v="322" actId="113"/>
          <ac:spMkLst>
            <pc:docMk/>
            <pc:sldMk cId="2041285797" sldId="287"/>
            <ac:spMk id="3" creationId="{3821C2E0-6C22-FFA2-D19B-626DCCBA855F}"/>
          </ac:spMkLst>
        </pc:spChg>
        <pc:spChg chg="del">
          <ac:chgData name="Sutar, Monal Gajanan (Cognizant)" userId="cbef091d-1278-48f6-97ae-0b476c410a24" providerId="ADAL" clId="{69AB6919-4147-41D2-8237-888729AF7CC5}" dt="2026-05-28T09:21:29.927" v="443" actId="478"/>
          <ac:spMkLst>
            <pc:docMk/>
            <pc:sldMk cId="2041285797" sldId="287"/>
            <ac:spMk id="4" creationId="{5374C693-0AA4-0125-A9D9-7DCB10CD0714}"/>
          </ac:spMkLst>
        </pc:spChg>
        <pc:spChg chg="del">
          <ac:chgData name="Sutar, Monal Gajanan (Cognizant)" userId="cbef091d-1278-48f6-97ae-0b476c410a24" providerId="ADAL" clId="{69AB6919-4147-41D2-8237-888729AF7CC5}" dt="2026-05-28T09:21:33.026" v="444" actId="478"/>
          <ac:spMkLst>
            <pc:docMk/>
            <pc:sldMk cId="2041285797" sldId="287"/>
            <ac:spMk id="6" creationId="{CCDD38C7-DA7F-E48F-08F4-DA1D3B274C5D}"/>
          </ac:spMkLst>
        </pc:spChg>
        <pc:graphicFrameChg chg="add mod">
          <ac:chgData name="Sutar, Monal Gajanan (Cognizant)" userId="cbef091d-1278-48f6-97ae-0b476c410a24" providerId="ADAL" clId="{69AB6919-4147-41D2-8237-888729AF7CC5}" dt="2026-05-28T06:06:22.395" v="179"/>
          <ac:graphicFrameMkLst>
            <pc:docMk/>
            <pc:sldMk cId="2041285797" sldId="287"/>
            <ac:graphicFrameMk id="7" creationId="{8126FD48-BA5D-35BB-2805-04D42CCCA562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8819" y="889820"/>
            <a:ext cx="7492181" cy="3598606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8820" y="4488426"/>
            <a:ext cx="5243832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667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75099-B3AD-44D7-919B-BCB6DC3E7F21}" type="datetimeFigureOut">
              <a:rPr lang="en-US" dirty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680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BF121-2723-4D35-ADA9-215CD054C4BC}" type="datetimeFigureOut">
              <a:rPr lang="en-US" dirty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153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538" y="1709739"/>
            <a:ext cx="7974050" cy="2852737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6538" y="4589464"/>
            <a:ext cx="7974050" cy="1500187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F54BA-4BC6-480F-839C-951A49B248A9}" type="datetimeFigureOut">
              <a:rPr lang="en-US" dirty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30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477" y="922096"/>
            <a:ext cx="8018449" cy="11279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6538" y="2128684"/>
            <a:ext cx="3978313" cy="3844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2128684"/>
            <a:ext cx="3914775" cy="3844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D0EA-4726-4440-BF9D-E88296FC3068}" type="datetimeFigureOut">
              <a:rPr lang="en-US" dirty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503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416" y="929148"/>
            <a:ext cx="7980004" cy="7615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6538" y="1681164"/>
            <a:ext cx="3961644" cy="657225"/>
          </a:xfrm>
        </p:spPr>
        <p:txBody>
          <a:bodyPr anchor="b">
            <a:normAutofit/>
          </a:bodyPr>
          <a:lstStyle>
            <a:lvl1pPr marL="0" indent="0">
              <a:buNone/>
              <a:defRPr sz="2133" b="1">
                <a:latin typeface="+mj-lt"/>
              </a:defRPr>
            </a:lvl1pPr>
            <a:lvl2pPr marL="609585" indent="0">
              <a:buNone/>
              <a:defRPr sz="2133" b="1"/>
            </a:lvl2pPr>
            <a:lvl3pPr marL="1219170" indent="0">
              <a:buNone/>
              <a:defRPr sz="2133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6538" y="2505076"/>
            <a:ext cx="3961644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4"/>
            <a:ext cx="3887391" cy="657225"/>
          </a:xfrm>
        </p:spPr>
        <p:txBody>
          <a:bodyPr anchor="b">
            <a:normAutofit/>
          </a:bodyPr>
          <a:lstStyle>
            <a:lvl1pPr marL="0" indent="0">
              <a:buNone/>
              <a:defRPr sz="2133" b="1">
                <a:latin typeface="+mj-lt"/>
              </a:defRPr>
            </a:lvl1pPr>
            <a:lvl2pPr marL="609585" indent="0">
              <a:buNone/>
              <a:defRPr sz="2133" b="1"/>
            </a:lvl2pPr>
            <a:lvl3pPr marL="1219170" indent="0">
              <a:buNone/>
              <a:defRPr sz="2133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6"/>
            <a:ext cx="3887391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AD10D-99D1-46B2-A85A-C16850FCF8CF}" type="datetimeFigureOut">
              <a:rPr lang="en-US" dirty="0"/>
              <a:t>5/28/2026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571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67E51-34D6-4E3D-8F41-CC63EA446EDD}" type="datetimeFigureOut">
              <a:rPr lang="en-US" dirty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829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9E550-CE3F-497F-B953-7DE0932F91C0}" type="datetimeFigureOut">
              <a:rPr lang="en-US" dirty="0"/>
              <a:t>5/28/2026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913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20" y="781665"/>
            <a:ext cx="3070199" cy="1223452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16194" y="2315498"/>
            <a:ext cx="3070199" cy="355349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A0BF4-BAA0-4539-95F2-9C4277F97478}" type="datetimeFigureOut">
              <a:rPr lang="en-US" dirty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053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507" y="1066801"/>
            <a:ext cx="3077573" cy="1317523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3887391" y="1066800"/>
            <a:ext cx="4629150" cy="4794250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12507" y="2552700"/>
            <a:ext cx="3077573" cy="3316288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9884E-D945-496C-84BE-49C61F78F9EC}" type="datetimeFigureOut">
              <a:rPr lang="en-US" dirty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21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15DA-6CBC-4AEF-A85F-371C66916CF8}" type="datetimeFigureOut">
              <a:rPr lang="en-US" dirty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288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931742" y="997974"/>
            <a:ext cx="1761782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997973"/>
            <a:ext cx="6303092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007E4-95E8-4ABC-B20B-51235318A487}" type="datetimeFigureOut">
              <a:rPr lang="en-US" dirty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349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477" y="922096"/>
            <a:ext cx="8018449" cy="137103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5477" y="2293126"/>
            <a:ext cx="8018449" cy="3636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77086" y="6356351"/>
            <a:ext cx="1944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fld id="{CD438618-DEE5-47CF-A8B2-A9E090D503CD}" type="datetimeFigureOut">
              <a:rPr lang="en-US" dirty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6538" y="6356351"/>
            <a:ext cx="3404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189259" y="6356351"/>
            <a:ext cx="5042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/>
                </a:solidFill>
              </a:defRPr>
            </a:lvl1pPr>
          </a:lstStyle>
          <a:p>
            <a:fld id="{E30AF5A0-43BB-4336-8627-9123B9144D80}" type="slidenum">
              <a:rPr lang="en-US" dirty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600075" y="723900"/>
            <a:ext cx="794385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600075" y="6142781"/>
            <a:ext cx="79438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7865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orient="horz" pos="672" userDrawn="1">
          <p15:clr>
            <a:srgbClr val="F26B43"/>
          </p15:clr>
        </p15:guide>
        <p15:guide id="4" orient="horz" pos="912" userDrawn="1">
          <p15:clr>
            <a:srgbClr val="F26B43"/>
          </p15:clr>
        </p15:guide>
        <p15:guide id="5" pos="5382" userDrawn="1">
          <p15:clr>
            <a:srgbClr val="F26B43"/>
          </p15:clr>
        </p15:guide>
        <p15:guide id="6" pos="378" userDrawn="1">
          <p15:clr>
            <a:srgbClr val="F26B43"/>
          </p15:clr>
        </p15:guide>
        <p15:guide id="7" orient="horz" pos="3864" userDrawn="1">
          <p15:clr>
            <a:srgbClr val="F26B43"/>
          </p15:clr>
        </p15:guide>
        <p15:guide id="8" orient="horz" pos="4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9CAA2-F760-E96F-5B80-78A2F732C6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Basics of Automotive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B54BF1-20F8-264C-E05D-5C0C42B5F6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sz="2650"/>
              <a:t>Monal Sutar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3B993-6B1C-071B-176B-8C4ECE6E8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31602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Automotive Industry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5477" y="1709719"/>
            <a:ext cx="8066074" cy="4469525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/>
              <a:t>Global industry with many companies involved in vehicle design, manufacturing, and services</a:t>
            </a:r>
            <a:endParaRPr dirty="0"/>
          </a:p>
          <a:p>
            <a:r>
              <a:rPr lang="en-US" dirty="0"/>
              <a:t>OEMs (Original Equipment Manufacturers)</a:t>
            </a:r>
            <a:br>
              <a:rPr lang="en-US" dirty="0"/>
            </a:br>
            <a:r>
              <a:rPr lang="en-US" dirty="0"/>
              <a:t> → Companies that manufacture vehicles (cars, trucks, EVs)</a:t>
            </a:r>
            <a:endParaRPr dirty="0"/>
          </a:p>
          <a:p>
            <a:r>
              <a:rPr lang="en-US" dirty="0"/>
              <a:t>Suppliers</a:t>
            </a:r>
            <a:br>
              <a:rPr lang="en-US" dirty="0"/>
            </a:br>
            <a:r>
              <a:rPr lang="en-US" dirty="0"/>
              <a:t> → Provide components like engines, sensors, ECUs, electronics</a:t>
            </a:r>
          </a:p>
          <a:p>
            <a:pPr marL="0" indent="0">
              <a:buNone/>
            </a:pPr>
            <a:r>
              <a:rPr lang="en-US" b="1" dirty="0"/>
              <a:t>Industry Growth &amp; Changes</a:t>
            </a:r>
          </a:p>
          <a:p>
            <a:r>
              <a:rPr lang="en-US" dirty="0"/>
              <a:t>Shift from mechanical to electronic to software-based vehicles</a:t>
            </a:r>
            <a:endParaRPr lang="en-GB" dirty="0"/>
          </a:p>
          <a:p>
            <a:r>
              <a:rPr lang="en-US" dirty="0"/>
              <a:t>Increasing use of ECUs and embedded systems</a:t>
            </a:r>
            <a:endParaRPr lang="en-GB" dirty="0"/>
          </a:p>
          <a:p>
            <a:pPr marL="0" indent="0">
              <a:buNone/>
            </a:pPr>
            <a:r>
              <a:rPr lang="en-US" dirty="0"/>
              <a:t>Growth of: </a:t>
            </a:r>
            <a:endParaRPr lang="en-GB" dirty="0"/>
          </a:p>
          <a:p>
            <a:pPr marL="228600" lvl="1">
              <a:spcBef>
                <a:spcPts val="1000"/>
              </a:spcBef>
            </a:pPr>
            <a:r>
              <a:rPr lang="en-US" sz="2000" dirty="0"/>
              <a:t>Electric Vehicles (EVs)</a:t>
            </a:r>
            <a:endParaRPr lang="en-GB" sz="2000" dirty="0"/>
          </a:p>
          <a:p>
            <a:pPr marL="228600" lvl="1">
              <a:spcBef>
                <a:spcPts val="1000"/>
              </a:spcBef>
            </a:pPr>
            <a:r>
              <a:rPr lang="en-US" sz="2000" dirty="0"/>
              <a:t>ADAS (driver assistance systems)</a:t>
            </a:r>
            <a:endParaRPr lang="en-GB" sz="2000" dirty="0"/>
          </a:p>
          <a:p>
            <a:pPr marL="228600" lvl="1">
              <a:spcBef>
                <a:spcPts val="1000"/>
              </a:spcBef>
            </a:pPr>
            <a:r>
              <a:rPr lang="en-US" sz="2000" dirty="0"/>
              <a:t>Connected and smart cars</a:t>
            </a:r>
            <a:endParaRPr lang="en-GB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477" y="922096"/>
            <a:ext cx="8018449" cy="1127930"/>
          </a:xfrm>
        </p:spPr>
        <p:txBody>
          <a:bodyPr anchor="t">
            <a:normAutofit/>
          </a:bodyPr>
          <a:lstStyle/>
          <a:p>
            <a:r>
              <a:rPr dirty="0"/>
              <a:t>Key Systems in a Vehicle</a:t>
            </a:r>
          </a:p>
        </p:txBody>
      </p:sp>
      <p:pic>
        <p:nvPicPr>
          <p:cNvPr id="104" name="Picture 103" descr="A diagram of a car&#10;&#10;AI-generated content may be incorrect.">
            <a:extLst>
              <a:ext uri="{FF2B5EF4-FFF2-40B4-BE49-F238E27FC236}">
                <a16:creationId xmlns:a16="http://schemas.microsoft.com/office/drawing/2014/main" id="{12679D27-69EB-D565-E598-4AD9AFF0BC0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l="1323" t="1381" r="1656" b="1972"/>
          <a:stretch>
            <a:fillRect/>
          </a:stretch>
        </p:blipFill>
        <p:spPr>
          <a:xfrm>
            <a:off x="2526885" y="2326800"/>
            <a:ext cx="6320320" cy="4212113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6538" y="1692995"/>
            <a:ext cx="8475811" cy="4145843"/>
          </a:xfrm>
        </p:spPr>
        <p:txBody>
          <a:bodyPr>
            <a:normAutofit/>
          </a:bodyPr>
          <a:lstStyle/>
          <a:p>
            <a:r>
              <a:rPr lang="en-GB" sz="1600" dirty="0"/>
              <a:t>A vehicle is made up of </a:t>
            </a:r>
            <a:r>
              <a:rPr lang="en-GB" sz="1600" b="1" dirty="0"/>
              <a:t>different systems working together. </a:t>
            </a:r>
            <a:r>
              <a:rPr lang="en-GB" sz="1600" dirty="0"/>
              <a:t>Each system has a </a:t>
            </a:r>
            <a:r>
              <a:rPr lang="en-GB" sz="1600" b="1" dirty="0"/>
              <a:t>specific role</a:t>
            </a:r>
            <a:r>
              <a:rPr lang="en-GB" sz="1600" dirty="0"/>
              <a:t>, but all are connected</a:t>
            </a:r>
          </a:p>
          <a:p>
            <a:r>
              <a:rPr lang="en-GB" sz="1600" b="1" dirty="0"/>
              <a:t>Engine – Power Generation</a:t>
            </a:r>
            <a:br>
              <a:rPr lang="en-GB" sz="1600" dirty="0"/>
            </a:br>
            <a:r>
              <a:rPr lang="en-GB" sz="1600" dirty="0"/>
              <a:t>Produces power to move the vehicle by converting fuel into energy</a:t>
            </a:r>
          </a:p>
          <a:p>
            <a:r>
              <a:rPr lang="en-GB" sz="1600" b="1" dirty="0"/>
              <a:t>Brakes – Safety System</a:t>
            </a:r>
            <a:br>
              <a:rPr lang="en-GB" sz="1600" dirty="0"/>
            </a:br>
            <a:r>
              <a:rPr lang="en-GB" sz="1600" dirty="0"/>
              <a:t>Slows down or stops the vehicle to ensure safe driving</a:t>
            </a:r>
          </a:p>
          <a:p>
            <a:r>
              <a:rPr lang="en-GB" sz="1600" b="1" dirty="0"/>
              <a:t>Transmission – Speed Control</a:t>
            </a:r>
            <a:br>
              <a:rPr lang="en-GB" sz="1600" dirty="0"/>
            </a:br>
            <a:r>
              <a:rPr lang="en-GB" sz="1600" dirty="0"/>
              <a:t>Sends power from engine to wheels and controls gear changes</a:t>
            </a:r>
          </a:p>
          <a:p>
            <a:r>
              <a:rPr lang="en-GB" sz="1600" b="1" dirty="0"/>
              <a:t>Electrical System – Support System</a:t>
            </a:r>
            <a:br>
              <a:rPr lang="en-GB" sz="1600" dirty="0"/>
            </a:br>
            <a:r>
              <a:rPr lang="en-GB" sz="1600" dirty="0"/>
              <a:t>Provides power to all electronic parts like sensors and ECUs</a:t>
            </a:r>
          </a:p>
          <a:p>
            <a:r>
              <a:rPr lang="en-GB" sz="1600" b="1" dirty="0"/>
              <a:t>Infotainment – User Experience</a:t>
            </a:r>
            <a:br>
              <a:rPr lang="en-GB" sz="1600" dirty="0"/>
            </a:br>
            <a:r>
              <a:rPr lang="en-GB" sz="1600" dirty="0"/>
              <a:t>Offers navigation, music, and connectivity for comfort</a:t>
            </a:r>
          </a:p>
        </p:txBody>
      </p:sp>
      <p:sp>
        <p:nvSpPr>
          <p:cNvPr id="115" name="Footer Placeholder 7">
            <a:extLst>
              <a:ext uri="{FF2B5EF4-FFF2-40B4-BE49-F238E27FC236}">
                <a16:creationId xmlns:a16="http://schemas.microsoft.com/office/drawing/2014/main" id="{1A31732A-6A00-577D-7105-3712B7ED6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6538" y="6356351"/>
            <a:ext cx="3404795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ECU?</a:t>
            </a:r>
          </a:p>
        </p:txBody>
      </p:sp>
      <p:pic>
        <p:nvPicPr>
          <p:cNvPr id="5" name="Picture 4" descr="Electronic Control Unit (ECU)">
            <a:extLst>
              <a:ext uri="{FF2B5EF4-FFF2-40B4-BE49-F238E27FC236}">
                <a16:creationId xmlns:a16="http://schemas.microsoft.com/office/drawing/2014/main" id="{AE5FEB30-A973-FF54-1D55-CEFB2BED85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31185" y="1607611"/>
            <a:ext cx="6321819" cy="4117387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0074" y="1769698"/>
            <a:ext cx="8018449" cy="3636088"/>
          </a:xfrm>
        </p:spPr>
        <p:txBody>
          <a:bodyPr>
            <a:normAutofit lnSpcReduction="10000"/>
          </a:bodyPr>
          <a:lstStyle/>
          <a:p>
            <a:r>
              <a:rPr lang="en-GB" sz="1800" dirty="0"/>
              <a:t>Earlier, vehicles were mainly mechanical systems. With the advancement of technology, electronics were introduced, bringing major changes to the automotive industry.</a:t>
            </a:r>
          </a:p>
          <a:p>
            <a:r>
              <a:rPr lang="en-GB" sz="1800" dirty="0"/>
              <a:t>In the 1970s, the </a:t>
            </a:r>
            <a:r>
              <a:rPr lang="en-GB" sz="1800" b="1" dirty="0"/>
              <a:t>Electronic Control Unit (ECU)</a:t>
            </a:r>
            <a:r>
              <a:rPr lang="en-GB" sz="1800" dirty="0"/>
              <a:t> was introduced. Since then, modern vehicles have become </a:t>
            </a:r>
            <a:r>
              <a:rPr lang="en-GB" sz="1800" b="1" dirty="0"/>
              <a:t>highly dependent on electronic systems</a:t>
            </a:r>
            <a:r>
              <a:rPr lang="en-GB" sz="1800" dirty="0"/>
              <a:t>.</a:t>
            </a:r>
          </a:p>
          <a:p>
            <a:r>
              <a:rPr lang="en-GB" sz="1800" dirty="0"/>
              <a:t>Today’s vehicles contain many electronic devices, and the ECU is one of the </a:t>
            </a:r>
            <a:r>
              <a:rPr lang="en-GB" sz="1800" b="1" dirty="0"/>
              <a:t>most important components</a:t>
            </a:r>
            <a:r>
              <a:rPr lang="en-GB" sz="1800" dirty="0"/>
              <a:t>.</a:t>
            </a:r>
          </a:p>
          <a:p>
            <a:r>
              <a:rPr lang="en-GB" sz="1800" dirty="0"/>
              <a:t>The ECU is known as the </a:t>
            </a:r>
            <a:r>
              <a:rPr lang="en-GB" sz="1800" b="1" dirty="0"/>
              <a:t>brain of the vehicle</a:t>
            </a:r>
            <a:endParaRPr lang="en-GB" sz="1800" dirty="0"/>
          </a:p>
          <a:p>
            <a:r>
              <a:rPr lang="en-GB" sz="1800" dirty="0"/>
              <a:t>It </a:t>
            </a:r>
            <a:r>
              <a:rPr lang="en-GB" sz="1800" b="1" dirty="0"/>
              <a:t>controls multiple functions</a:t>
            </a:r>
            <a:r>
              <a:rPr lang="en-GB" sz="1800" dirty="0"/>
              <a:t> such as engine, braking, and more</a:t>
            </a:r>
          </a:p>
          <a:p>
            <a:r>
              <a:rPr lang="en-GB" sz="1800" dirty="0"/>
              <a:t>It helps make the vehicle </a:t>
            </a:r>
            <a:r>
              <a:rPr lang="en-GB" sz="1800" b="1" dirty="0"/>
              <a:t>smart, efficient, and automated</a:t>
            </a:r>
            <a:endParaRPr lang="en-GB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7B3FA-D35D-2A07-3774-C609A290E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Common Types of ECU</a:t>
            </a:r>
            <a:br>
              <a:rPr lang="en-GB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C9599-7DF7-A9A8-3194-10690D865E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477" y="1879469"/>
            <a:ext cx="8357266" cy="3636088"/>
          </a:xfrm>
        </p:spPr>
        <p:txBody>
          <a:bodyPr>
            <a:normAutofit fontScale="92500" lnSpcReduction="20000"/>
          </a:bodyPr>
          <a:lstStyle/>
          <a:p>
            <a:r>
              <a:rPr lang="en-IN" sz="1900" b="1" dirty="0"/>
              <a:t>Engine Control Unit (ECU):</a:t>
            </a:r>
            <a:r>
              <a:rPr lang="en-IN" sz="1900" dirty="0"/>
              <a:t> Controls engine functions like fuel and ignition for smooth performance</a:t>
            </a:r>
          </a:p>
          <a:p>
            <a:r>
              <a:rPr lang="en-IN" sz="1900" b="1" dirty="0"/>
              <a:t>Body Control Module (BCM):</a:t>
            </a:r>
            <a:r>
              <a:rPr lang="en-IN" sz="1900" dirty="0"/>
              <a:t> Manages features like AC, windows, and door locks</a:t>
            </a:r>
          </a:p>
          <a:p>
            <a:r>
              <a:rPr lang="en-IN" sz="1900" b="1" dirty="0"/>
              <a:t>Transmission Control Unit (TCU):</a:t>
            </a:r>
            <a:r>
              <a:rPr lang="en-IN" sz="1900" dirty="0"/>
              <a:t> Controls gear shifting using sensor and engine data</a:t>
            </a:r>
          </a:p>
          <a:p>
            <a:r>
              <a:rPr lang="en-IN" sz="1900" b="1" dirty="0"/>
              <a:t>Powertrain Control Module (PCM):</a:t>
            </a:r>
            <a:r>
              <a:rPr lang="en-IN" sz="1900" dirty="0"/>
              <a:t> Combines ECU and TCU functions into one unit</a:t>
            </a:r>
          </a:p>
          <a:p>
            <a:r>
              <a:rPr lang="en-IN" sz="1900" b="1" dirty="0"/>
              <a:t>Telematics Control Module:</a:t>
            </a:r>
            <a:r>
              <a:rPr lang="en-IN" sz="1900" dirty="0"/>
              <a:t> Provides GPS, internet, and phone connectivity</a:t>
            </a:r>
          </a:p>
          <a:p>
            <a:r>
              <a:rPr lang="en-IN" sz="1900" b="1" dirty="0"/>
              <a:t>Battery Management System (BMS):</a:t>
            </a:r>
            <a:r>
              <a:rPr lang="en-IN" sz="1900" dirty="0"/>
              <a:t> Manages and protects batteries in electric vehicles</a:t>
            </a:r>
          </a:p>
          <a:p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EC25E-E087-8401-E8F8-E09171B13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004135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477" y="922096"/>
            <a:ext cx="8018449" cy="1127930"/>
          </a:xfrm>
        </p:spPr>
        <p:txBody>
          <a:bodyPr anchor="t">
            <a:normAutofit/>
          </a:bodyPr>
          <a:lstStyle/>
          <a:p>
            <a:r>
              <a:t>Main Parts of ECU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6539" y="1758569"/>
            <a:ext cx="4560696" cy="4315659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1400" b="1" dirty="0"/>
              <a:t>Microcontroller</a:t>
            </a:r>
            <a:br>
              <a:rPr lang="en-GB" sz="1400" dirty="0"/>
            </a:br>
            <a:r>
              <a:rPr lang="en-GB" sz="1400" dirty="0"/>
              <a:t>Small computer that makes decisions</a:t>
            </a:r>
          </a:p>
          <a:p>
            <a:pPr>
              <a:lnSpc>
                <a:spcPct val="100000"/>
              </a:lnSpc>
            </a:pPr>
            <a:r>
              <a:rPr lang="en-GB" sz="1400" b="1" dirty="0"/>
              <a:t>Memory</a:t>
            </a:r>
            <a:br>
              <a:rPr lang="en-GB" sz="1400" dirty="0"/>
            </a:br>
            <a:r>
              <a:rPr lang="en-GB" sz="1400" dirty="0"/>
              <a:t>Stores data and programs (RAM, EEPROM, Flash)</a:t>
            </a:r>
          </a:p>
          <a:p>
            <a:pPr>
              <a:lnSpc>
                <a:spcPct val="100000"/>
              </a:lnSpc>
            </a:pPr>
            <a:r>
              <a:rPr lang="en-GB" sz="1400" b="1" dirty="0"/>
              <a:t>Communication</a:t>
            </a:r>
            <a:br>
              <a:rPr lang="en-GB" sz="1400" dirty="0"/>
            </a:br>
            <a:r>
              <a:rPr lang="en-GB" sz="1400" dirty="0"/>
              <a:t>Connects with other ECUs using </a:t>
            </a:r>
            <a:r>
              <a:rPr lang="en-GB" sz="1400" b="1" dirty="0"/>
              <a:t>CAN, K-Line, etc.</a:t>
            </a:r>
            <a:endParaRPr lang="en-GB" sz="1400" dirty="0"/>
          </a:p>
          <a:p>
            <a:pPr>
              <a:lnSpc>
                <a:spcPct val="100000"/>
              </a:lnSpc>
            </a:pPr>
            <a:r>
              <a:rPr lang="en-GB" sz="1400" b="1" dirty="0"/>
              <a:t>Software</a:t>
            </a:r>
            <a:br>
              <a:rPr lang="en-GB" sz="1400" dirty="0"/>
            </a:br>
            <a:r>
              <a:rPr lang="en-GB" sz="1400" dirty="0"/>
              <a:t>Includes </a:t>
            </a:r>
            <a:r>
              <a:rPr lang="en-GB" sz="1400" b="1" dirty="0"/>
              <a:t>Bootloader and Application Software</a:t>
            </a:r>
            <a:r>
              <a:rPr lang="en-GB" sz="1400" dirty="0"/>
              <a:t> for control and processing</a:t>
            </a:r>
          </a:p>
          <a:p>
            <a:pPr>
              <a:lnSpc>
                <a:spcPct val="100000"/>
              </a:lnSpc>
            </a:pPr>
            <a:r>
              <a:rPr lang="en-GB" sz="1400" b="1" dirty="0"/>
              <a:t>Inputs</a:t>
            </a:r>
            <a:br>
              <a:rPr lang="en-GB" sz="1400" dirty="0"/>
            </a:br>
            <a:r>
              <a:rPr lang="en-GB" sz="1400" dirty="0"/>
              <a:t>Receives signals from </a:t>
            </a:r>
            <a:r>
              <a:rPr lang="en-GB" sz="1400" b="1" dirty="0"/>
              <a:t>sensors and other ECUs</a:t>
            </a:r>
            <a:r>
              <a:rPr lang="en-GB" sz="1400" dirty="0"/>
              <a:t> (</a:t>
            </a:r>
            <a:r>
              <a:rPr lang="en-GB" sz="1400" dirty="0" err="1"/>
              <a:t>analog</a:t>
            </a:r>
            <a:r>
              <a:rPr lang="en-GB" sz="1400" dirty="0"/>
              <a:t>/digital)</a:t>
            </a:r>
          </a:p>
          <a:p>
            <a:pPr>
              <a:lnSpc>
                <a:spcPct val="100000"/>
              </a:lnSpc>
            </a:pPr>
            <a:r>
              <a:rPr lang="en-GB" sz="1400" b="1" dirty="0"/>
              <a:t>Outputs</a:t>
            </a:r>
            <a:br>
              <a:rPr lang="en-GB" sz="1400" dirty="0"/>
            </a:br>
            <a:r>
              <a:rPr lang="en-GB" sz="1400" dirty="0"/>
              <a:t>Sends commands to </a:t>
            </a:r>
            <a:r>
              <a:rPr lang="en-GB" sz="1400" b="1" dirty="0"/>
              <a:t>actuators</a:t>
            </a:r>
            <a:r>
              <a:rPr lang="en-GB" sz="1400" dirty="0"/>
              <a:t> to perform actions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100" dirty="0"/>
          </a:p>
        </p:txBody>
      </p:sp>
      <p:pic>
        <p:nvPicPr>
          <p:cNvPr id="4" name="Picture 3" descr="Electronic Control Unit">
            <a:extLst>
              <a:ext uri="{FF2B5EF4-FFF2-40B4-BE49-F238E27FC236}">
                <a16:creationId xmlns:a16="http://schemas.microsoft.com/office/drawing/2014/main" id="{18B5B4EC-F7F6-27E9-D2AE-124A10499D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57" b="-385"/>
          <a:stretch>
            <a:fillRect/>
          </a:stretch>
        </p:blipFill>
        <p:spPr>
          <a:xfrm>
            <a:off x="5097235" y="3366449"/>
            <a:ext cx="3914775" cy="2606649"/>
          </a:xfrm>
          <a:prstGeom prst="rect">
            <a:avLst/>
          </a:prstGeom>
          <a:noFill/>
        </p:spPr>
      </p:pic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C5518BD9-96DA-BAEA-934E-18851747C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6538" y="6356351"/>
            <a:ext cx="3404795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
             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ECUs Communicate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5476" y="1901880"/>
            <a:ext cx="8018449" cy="353009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 vehicle has multiple ECUs working together</a:t>
            </a:r>
          </a:p>
          <a:p>
            <a:r>
              <a:rPr lang="en-GB" dirty="0"/>
              <a:t>ECUs share data continuously for proper functioning</a:t>
            </a:r>
          </a:p>
          <a:p>
            <a:r>
              <a:rPr lang="en-GB" dirty="0"/>
              <a:t>They communicate using a common network (bus)</a:t>
            </a:r>
          </a:p>
          <a:p>
            <a:r>
              <a:rPr lang="en-GB" dirty="0"/>
              <a:t>One ECU sends a message to all ECUs</a:t>
            </a:r>
          </a:p>
          <a:p>
            <a:r>
              <a:rPr lang="en-GB" dirty="0"/>
              <a:t>All ECUs receive the message at the same time</a:t>
            </a:r>
          </a:p>
          <a:p>
            <a:r>
              <a:rPr lang="en-GB" dirty="0"/>
              <a:t>Each ECU uses it if needed, otherwise ignores it</a:t>
            </a:r>
          </a:p>
          <a:p>
            <a:r>
              <a:rPr lang="en-GB" dirty="0"/>
              <a:t>Communication is fast and real-time</a:t>
            </a:r>
          </a:p>
          <a:p>
            <a:r>
              <a:rPr lang="en-GB" dirty="0"/>
              <a:t>Examples: CAN, LIN, MOST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8142A5-6423-9B50-2F41-AC8371D6D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pic>
        <p:nvPicPr>
          <p:cNvPr id="6" name="Picture 5" descr="Introduction to Electric Control Unit (ECU): Overview, Types,Components ...">
            <a:extLst>
              <a:ext uri="{FF2B5EF4-FFF2-40B4-BE49-F238E27FC236}">
                <a16:creationId xmlns:a16="http://schemas.microsoft.com/office/drawing/2014/main" id="{A98D317F-5E76-0EB9-4326-DC04591CF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285875"/>
            <a:ext cx="74485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049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A70F05-DE4B-A8BD-C5FD-CF27B097E3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603479"/>
            <a:ext cx="3887391" cy="657225"/>
          </a:xfrm>
        </p:spPr>
        <p:txBody>
          <a:bodyPr/>
          <a:lstStyle/>
          <a:p>
            <a:r>
              <a:rPr lang="en-IN" dirty="0"/>
              <a:t>Electronic Control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70D853-9BA7-856C-FCB2-938873FB2A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427391"/>
            <a:ext cx="3887391" cy="3423777"/>
          </a:xfrm>
        </p:spPr>
        <p:txBody>
          <a:bodyPr>
            <a:normAutofit fontScale="85000" lnSpcReduction="10000"/>
          </a:bodyPr>
          <a:lstStyle/>
          <a:p>
            <a:r>
              <a:rPr lang="en-IN" sz="1900" dirty="0"/>
              <a:t>Uses </a:t>
            </a:r>
            <a:r>
              <a:rPr lang="en-IN" sz="1900" b="1" dirty="0"/>
              <a:t>ECU-controlled fuel injection system</a:t>
            </a:r>
            <a:endParaRPr lang="en-IN" sz="1900" dirty="0"/>
          </a:p>
          <a:p>
            <a:r>
              <a:rPr lang="en-IN" sz="1900" dirty="0"/>
              <a:t>ECU collects data from </a:t>
            </a:r>
            <a:r>
              <a:rPr lang="en-IN" sz="1900" b="1" dirty="0"/>
              <a:t>sensors</a:t>
            </a:r>
            <a:r>
              <a:rPr lang="en-IN" sz="1900" dirty="0"/>
              <a:t> (pedal position, temperature, engine speed)</a:t>
            </a:r>
          </a:p>
          <a:p>
            <a:r>
              <a:rPr lang="en-IN" sz="1900" dirty="0"/>
              <a:t>Uses </a:t>
            </a:r>
            <a:r>
              <a:rPr lang="en-IN" sz="1900" b="1" dirty="0"/>
              <a:t>algorithms to calculate exact fuel needed</a:t>
            </a:r>
            <a:endParaRPr lang="en-IN" sz="1900" dirty="0"/>
          </a:p>
          <a:p>
            <a:r>
              <a:rPr lang="en-IN" sz="1900" dirty="0"/>
              <a:t>Controls </a:t>
            </a:r>
            <a:r>
              <a:rPr lang="en-IN" sz="1900" b="1" dirty="0"/>
              <a:t>fuel injectors precisely</a:t>
            </a:r>
            <a:endParaRPr lang="en-IN" sz="1900" dirty="0"/>
          </a:p>
          <a:p>
            <a:r>
              <a:rPr lang="en-IN" sz="1900" dirty="0"/>
              <a:t>Results in </a:t>
            </a:r>
            <a:r>
              <a:rPr lang="en-IN" sz="1900" b="1" dirty="0"/>
              <a:t>better fuel efficiency, performance, and reduced emissions</a:t>
            </a:r>
            <a:br>
              <a:rPr lang="en-GB" sz="1600" dirty="0"/>
            </a:br>
            <a:endParaRPr lang="en-IN" sz="160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E27AD8-C0AD-79D5-A27A-CBC5BF863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F2DED-9E0D-DBCE-4453-E91CE4878D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6538" y="603479"/>
            <a:ext cx="3961644" cy="657225"/>
          </a:xfrm>
        </p:spPr>
        <p:txBody>
          <a:bodyPr/>
          <a:lstStyle/>
          <a:p>
            <a:r>
              <a:rPr lang="en-IN" dirty="0"/>
              <a:t>Mechanical Control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4B597-B4B5-AF02-9F28-57543F5D85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6538" y="1427391"/>
            <a:ext cx="3961644" cy="2839561"/>
          </a:xfrm>
        </p:spPr>
        <p:txBody>
          <a:bodyPr>
            <a:normAutofit fontScale="85000" lnSpcReduction="10000"/>
          </a:bodyPr>
          <a:lstStyle/>
          <a:p>
            <a:r>
              <a:rPr lang="en-GB" sz="1900" dirty="0"/>
              <a:t>Uses a </a:t>
            </a:r>
            <a:r>
              <a:rPr lang="en-GB" sz="1900" b="1" dirty="0" err="1"/>
              <a:t>carburetor</a:t>
            </a:r>
            <a:r>
              <a:rPr lang="en-GB" sz="1900" dirty="0"/>
              <a:t> to mix air and fuel</a:t>
            </a:r>
          </a:p>
          <a:p>
            <a:r>
              <a:rPr lang="en-GB" sz="1900" dirty="0"/>
              <a:t>Air passing through a narrow section (</a:t>
            </a:r>
            <a:r>
              <a:rPr lang="en-GB" sz="1900" b="1" dirty="0"/>
              <a:t>venturi</a:t>
            </a:r>
            <a:r>
              <a:rPr lang="en-GB" sz="1900" dirty="0"/>
              <a:t>) creates suction to pull fuel</a:t>
            </a:r>
          </a:p>
          <a:p>
            <a:r>
              <a:rPr lang="en-GB" sz="1900" dirty="0"/>
              <a:t>Fuel amount depends on </a:t>
            </a:r>
            <a:r>
              <a:rPr lang="en-GB" sz="1900" b="1" dirty="0"/>
              <a:t>throttle position (accelerator pedal)</a:t>
            </a:r>
            <a:endParaRPr lang="en-GB" sz="1900" dirty="0"/>
          </a:p>
          <a:p>
            <a:r>
              <a:rPr lang="en-GB" sz="1900" dirty="0"/>
              <a:t>System is </a:t>
            </a:r>
            <a:r>
              <a:rPr lang="en-GB" sz="1900" b="1" dirty="0"/>
              <a:t>fully mechanical</a:t>
            </a:r>
            <a:r>
              <a:rPr lang="en-GB" sz="1900" dirty="0"/>
              <a:t>, with less accuracy</a:t>
            </a:r>
          </a:p>
          <a:p>
            <a:r>
              <a:rPr lang="en-GB" sz="1900" dirty="0"/>
              <a:t>Results in </a:t>
            </a:r>
            <a:r>
              <a:rPr lang="en-GB" sz="1900" b="1" dirty="0"/>
              <a:t>lower efficiency and higher fuel consumption</a:t>
            </a:r>
            <a:endParaRPr lang="en-GB" sz="1900" dirty="0"/>
          </a:p>
          <a:p>
            <a:endParaRPr lang="en-IN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70D91DC5-EC98-3099-00E6-3BFFE95261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75" b="17306"/>
          <a:stretch>
            <a:fillRect/>
          </a:stretch>
        </p:blipFill>
        <p:spPr bwMode="auto">
          <a:xfrm>
            <a:off x="5409188" y="4419352"/>
            <a:ext cx="2327313" cy="1611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Carburetor">
            <a:extLst>
              <a:ext uri="{FF2B5EF4-FFF2-40B4-BE49-F238E27FC236}">
                <a16:creationId xmlns:a16="http://schemas.microsoft.com/office/drawing/2014/main" id="{885959AB-7087-D7CF-FAF7-CDFC2ED5BD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3703" y="4182367"/>
            <a:ext cx="2327313" cy="2327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8782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1CD52-7C5A-242D-5E73-B06B16DE4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ECU working principle</a:t>
            </a:r>
            <a:br>
              <a:rPr lang="en-GB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C5254-C8E5-D3A6-EA51-8D2ECF2B4A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477" y="1912126"/>
            <a:ext cx="8018449" cy="3636088"/>
          </a:xfrm>
        </p:spPr>
        <p:txBody>
          <a:bodyPr>
            <a:normAutofit/>
          </a:bodyPr>
          <a:lstStyle/>
          <a:p>
            <a:pPr fontAlgn="base"/>
            <a:r>
              <a:rPr lang="en-GB" dirty="0"/>
              <a:t>An ECU has an application software which is a set of algorithms.</a:t>
            </a:r>
          </a:p>
          <a:p>
            <a:r>
              <a:rPr lang="en-GB" dirty="0"/>
              <a:t>ECU receives inputs from sensors and other ECUs (speed, temperature, etc.)</a:t>
            </a:r>
          </a:p>
          <a:p>
            <a:r>
              <a:rPr lang="en-GB" dirty="0"/>
              <a:t>It checks the data to ensure it is correct</a:t>
            </a:r>
          </a:p>
          <a:p>
            <a:r>
              <a:rPr lang="en-GB" dirty="0"/>
              <a:t>ECU uses application software (algorithms) to process the inputs</a:t>
            </a:r>
          </a:p>
          <a:p>
            <a:r>
              <a:rPr lang="en-GB" dirty="0"/>
              <a:t>Based on logic, it calculates the required output</a:t>
            </a:r>
          </a:p>
          <a:p>
            <a:r>
              <a:rPr lang="en-GB" dirty="0"/>
              <a:t>Sends commands to actuators to perform actions</a:t>
            </a:r>
          </a:p>
          <a:p>
            <a:r>
              <a:rPr lang="en-GB" dirty="0"/>
              <a:t>This process runs continuously in real-time</a:t>
            </a:r>
          </a:p>
          <a:p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0B05A-62A5-080E-8A0D-C73F6C060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939511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F5133-B495-8CCC-36DB-63DB6F6E1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477" y="922096"/>
            <a:ext cx="8018449" cy="808733"/>
          </a:xfrm>
        </p:spPr>
        <p:txBody>
          <a:bodyPr/>
          <a:lstStyle/>
          <a:p>
            <a:r>
              <a:rPr lang="en-IN" dirty="0"/>
              <a:t>MOST Protocol in ECU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1C2E0-6C22-FFA2-D19B-626DCCBA8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477" y="1928001"/>
            <a:ext cx="8018449" cy="363608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In an automotive system, each ECU (Electronic Control Unit) acts as both a sender and receiver</a:t>
            </a:r>
          </a:p>
          <a:p>
            <a:r>
              <a:rPr lang="en-GB" dirty="0"/>
              <a:t>An ECU broadcasts messages (e.g., sensor data) to all ECUs on the network</a:t>
            </a:r>
          </a:p>
          <a:p>
            <a:r>
              <a:rPr lang="en-GB" dirty="0"/>
              <a:t>Every ECU reads all incoming messages and determines if the data is relevant</a:t>
            </a:r>
          </a:p>
          <a:p>
            <a:r>
              <a:rPr lang="en-GB" dirty="0"/>
              <a:t>Relevant ECUs process the message, while others ignore it</a:t>
            </a:r>
          </a:p>
          <a:p>
            <a:r>
              <a:rPr lang="en-GB" dirty="0"/>
              <a:t>Each ECU performs error checking to ensure reliable communication</a:t>
            </a:r>
          </a:p>
          <a:p>
            <a:r>
              <a:rPr lang="en-GB" dirty="0"/>
              <a:t>ECUs send acknowledgements confirming successful reception</a:t>
            </a:r>
          </a:p>
          <a:p>
            <a:r>
              <a:rPr lang="en-GB" dirty="0"/>
              <a:t>Supports real-time, synchronized data sharing between multiple ECUs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1FB92-9E4A-426B-A0BA-B9BF3BACD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041285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484DC-31FE-13E9-2CE3-D233F5968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67D16-BFC2-4788-A8D6-4B3BC114365C}" type="datetime1">
              <a:rPr lang="en-US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4B7E1-CCE3-7E0C-085E-EC35B21B4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39984-5E46-934B-015B-624934A1E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12</a:t>
            </a:fld>
            <a:endParaRPr lang="en-US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A68B173E-FF15-6269-36AE-1D2809EA743A}"/>
              </a:ext>
            </a:extLst>
          </p:cNvPr>
          <p:cNvSpPr>
            <a:spLocks noGrp="1"/>
          </p:cNvSpPr>
          <p:nvPr/>
        </p:nvSpPr>
        <p:spPr>
          <a:xfrm>
            <a:off x="313100" y="979107"/>
            <a:ext cx="9029770" cy="7373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cap="all" spc="30"/>
              <a:t>CAN BUS Network Diagram and ECU interaction</a:t>
            </a:r>
          </a:p>
        </p:txBody>
      </p:sp>
      <p:pic>
        <p:nvPicPr>
          <p:cNvPr id="2" name="Picture 1" descr="A diagram of a network&#10;&#10;AI-generated content may be incorrect.">
            <a:extLst>
              <a:ext uri="{FF2B5EF4-FFF2-40B4-BE49-F238E27FC236}">
                <a16:creationId xmlns:a16="http://schemas.microsoft.com/office/drawing/2014/main" id="{2E6D4ABE-057C-9EA5-227C-98D101B5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9" y="1714500"/>
            <a:ext cx="8843962" cy="4976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9832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VTI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ChronicleVTI">
      <a:majorFont>
        <a:latin typeface="Univers Condensed"/>
        <a:ea typeface=""/>
        <a:cs typeface=""/>
      </a:majorFont>
      <a:minorFont>
        <a:latin typeface="Calisto MT" panose="02040603050505030304"/>
        <a:ea typeface=""/>
        <a:cs typeface=""/>
      </a:minorFont>
    </a:fontScheme>
    <a:fmtScheme name="Chronicl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nicleVTI" id="{534FD3B1-53CD-4A5C-943C-C44DFF248C3E}" vid="{19A790DA-2E4D-4134-98A6-7DECB1A1B84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</TotalTime>
  <Words>813</Words>
  <Application>Microsoft Office PowerPoint</Application>
  <PresentationFormat>On-screen Show (4:3)</PresentationFormat>
  <Paragraphs>90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Calisto MT</vt:lpstr>
      <vt:lpstr>Univers Condensed</vt:lpstr>
      <vt:lpstr>ChronicleVTI</vt:lpstr>
      <vt:lpstr>Basics of Automotive</vt:lpstr>
      <vt:lpstr>Automotive Industry Overview</vt:lpstr>
      <vt:lpstr>Key Systems in a Vehicle</vt:lpstr>
      <vt:lpstr>What is ECU?</vt:lpstr>
      <vt:lpstr>Common Types of ECU </vt:lpstr>
      <vt:lpstr>Main Parts of ECU</vt:lpstr>
      <vt:lpstr>How ECUs Communicate</vt:lpstr>
      <vt:lpstr>PowerPoint Presentation</vt:lpstr>
      <vt:lpstr>PowerPoint Presentation</vt:lpstr>
      <vt:lpstr>ECU working principle </vt:lpstr>
      <vt:lpstr>MOST Protocol in ECU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Sutar, Monal Gajanan (Cognizant)</dc:creator>
  <cp:keywords/>
  <dc:description>generated using python-pptx</dc:description>
  <cp:lastModifiedBy>Sutar, Monal Gajanan (Cognizant)</cp:lastModifiedBy>
  <cp:revision>2</cp:revision>
  <dcterms:created xsi:type="dcterms:W3CDTF">2026-05-23T04:31:28Z</dcterms:created>
  <dcterms:modified xsi:type="dcterms:W3CDTF">2026-05-28T09:22:38Z</dcterms:modified>
  <cp:category/>
</cp:coreProperties>
</file>